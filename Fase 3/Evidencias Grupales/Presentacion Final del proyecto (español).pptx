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11309350" cx="20104100"/>
  <p:notesSz cx="20104100" cy="1130935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A4A3A4"/>
          </p15:clr>
        </p15:guide>
        <p15:guide id="2" pos="2160">
          <p15:clr>
            <a:srgbClr val="A4A3A4"/>
          </p15:clr>
        </p15:guide>
      </p15:sldGuideLst>
    </p:ext>
    <p:ext uri="GoogleSlidesCustomDataVersion2">
      <go:slidesCustomData xmlns:go="http://customooxmlschemas.google.com/" r:id="rId26" roundtripDataSignature="AMtx7millgBsij59Dy/DoemvPzddqYvuY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customschemas.google.com/relationships/presentationmetadata" Target="metadata"/><Relationship Id="rId25" Type="http://schemas.openxmlformats.org/officeDocument/2006/relationships/slide" Target="slides/slide20.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8712200" cy="56673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11387138" y="0"/>
            <a:ext cx="8712200" cy="56673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659563" y="1414463"/>
            <a:ext cx="6784975" cy="38163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2009775" y="5441950"/>
            <a:ext cx="16084550" cy="4454525"/>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10742613"/>
            <a:ext cx="8712200" cy="56673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11387138" y="10742613"/>
            <a:ext cx="8712200" cy="56673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s-CL"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17320215e8_1_35:notes"/>
          <p:cNvSpPr txBox="1"/>
          <p:nvPr>
            <p:ph idx="1" type="body"/>
          </p:nvPr>
        </p:nvSpPr>
        <p:spPr>
          <a:xfrm>
            <a:off x="2009775" y="5441950"/>
            <a:ext cx="16084500" cy="4454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4" name="Google Shape;194;g317320215e8_1_35:notes"/>
          <p:cNvSpPr/>
          <p:nvPr>
            <p:ph idx="2" type="sldImg"/>
          </p:nvPr>
        </p:nvSpPr>
        <p:spPr>
          <a:xfrm>
            <a:off x="6659563" y="1414463"/>
            <a:ext cx="6784975" cy="38163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17320215e8_1_141:notes"/>
          <p:cNvSpPr/>
          <p:nvPr>
            <p:ph idx="2" type="sldImg"/>
          </p:nvPr>
        </p:nvSpPr>
        <p:spPr>
          <a:xfrm>
            <a:off x="6659563" y="1414463"/>
            <a:ext cx="6784975" cy="38163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2" name="Google Shape;202;g317320215e8_1_141:notes"/>
          <p:cNvSpPr txBox="1"/>
          <p:nvPr>
            <p:ph idx="1" type="body"/>
          </p:nvPr>
        </p:nvSpPr>
        <p:spPr>
          <a:xfrm>
            <a:off x="2009775" y="5441950"/>
            <a:ext cx="16084500" cy="4454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3" name="Google Shape;203;g317320215e8_1_141:notes"/>
          <p:cNvSpPr txBox="1"/>
          <p:nvPr>
            <p:ph idx="12" type="sldNum"/>
          </p:nvPr>
        </p:nvSpPr>
        <p:spPr>
          <a:xfrm>
            <a:off x="11387138" y="10742613"/>
            <a:ext cx="8712300" cy="566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s-CL"/>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3:notes"/>
          <p:cNvSpPr txBox="1"/>
          <p:nvPr>
            <p:ph idx="1" type="body"/>
          </p:nvPr>
        </p:nvSpPr>
        <p:spPr>
          <a:xfrm>
            <a:off x="2009775" y="5441950"/>
            <a:ext cx="16084550" cy="445452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9" name="Google Shape;209;p3:notes"/>
          <p:cNvSpPr/>
          <p:nvPr>
            <p:ph idx="2" type="sldImg"/>
          </p:nvPr>
        </p:nvSpPr>
        <p:spPr>
          <a:xfrm>
            <a:off x="6659563" y="1414463"/>
            <a:ext cx="6784975" cy="38163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17320215e8_1_66:notes"/>
          <p:cNvSpPr/>
          <p:nvPr>
            <p:ph idx="2" type="sldImg"/>
          </p:nvPr>
        </p:nvSpPr>
        <p:spPr>
          <a:xfrm>
            <a:off x="6659563" y="1414463"/>
            <a:ext cx="6784975" cy="38163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5" name="Google Shape;225;g317320215e8_1_66:notes"/>
          <p:cNvSpPr txBox="1"/>
          <p:nvPr>
            <p:ph idx="1" type="body"/>
          </p:nvPr>
        </p:nvSpPr>
        <p:spPr>
          <a:xfrm>
            <a:off x="2009775" y="5441950"/>
            <a:ext cx="16084500" cy="4454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6" name="Google Shape;226;g317320215e8_1_66:notes"/>
          <p:cNvSpPr txBox="1"/>
          <p:nvPr>
            <p:ph idx="12" type="sldNum"/>
          </p:nvPr>
        </p:nvSpPr>
        <p:spPr>
          <a:xfrm>
            <a:off x="11387138" y="10742613"/>
            <a:ext cx="8712300" cy="566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CL"/>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17320215e8_1_60:notes"/>
          <p:cNvSpPr/>
          <p:nvPr>
            <p:ph idx="2" type="sldImg"/>
          </p:nvPr>
        </p:nvSpPr>
        <p:spPr>
          <a:xfrm>
            <a:off x="6659563" y="1414463"/>
            <a:ext cx="6784975" cy="38163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2" name="Google Shape;232;g317320215e8_1_60:notes"/>
          <p:cNvSpPr txBox="1"/>
          <p:nvPr>
            <p:ph idx="1" type="body"/>
          </p:nvPr>
        </p:nvSpPr>
        <p:spPr>
          <a:xfrm>
            <a:off x="2009775" y="5441950"/>
            <a:ext cx="16084500" cy="4454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3" name="Google Shape;233;g317320215e8_1_60:notes"/>
          <p:cNvSpPr txBox="1"/>
          <p:nvPr>
            <p:ph idx="12" type="sldNum"/>
          </p:nvPr>
        </p:nvSpPr>
        <p:spPr>
          <a:xfrm>
            <a:off x="11387138" y="10742613"/>
            <a:ext cx="8712300" cy="566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s-CL"/>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1:notes"/>
          <p:cNvSpPr/>
          <p:nvPr>
            <p:ph idx="2" type="sldImg"/>
          </p:nvPr>
        </p:nvSpPr>
        <p:spPr>
          <a:xfrm>
            <a:off x="6659563" y="1414463"/>
            <a:ext cx="6784975" cy="38163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1" name="Google Shape;241;p1:notes"/>
          <p:cNvSpPr txBox="1"/>
          <p:nvPr>
            <p:ph idx="1" type="body"/>
          </p:nvPr>
        </p:nvSpPr>
        <p:spPr>
          <a:xfrm>
            <a:off x="2009775" y="5441950"/>
            <a:ext cx="16084500" cy="4454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2" name="Google Shape;242;p1:notes"/>
          <p:cNvSpPr txBox="1"/>
          <p:nvPr>
            <p:ph idx="12" type="sldNum"/>
          </p:nvPr>
        </p:nvSpPr>
        <p:spPr>
          <a:xfrm>
            <a:off x="11387138" y="10742613"/>
            <a:ext cx="8712300" cy="566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CL"/>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17320215e8_1_76:notes"/>
          <p:cNvSpPr/>
          <p:nvPr>
            <p:ph idx="2" type="sldImg"/>
          </p:nvPr>
        </p:nvSpPr>
        <p:spPr>
          <a:xfrm>
            <a:off x="6659563" y="1414463"/>
            <a:ext cx="6784975" cy="38163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1" name="Google Shape;251;g317320215e8_1_76:notes"/>
          <p:cNvSpPr txBox="1"/>
          <p:nvPr>
            <p:ph idx="1" type="body"/>
          </p:nvPr>
        </p:nvSpPr>
        <p:spPr>
          <a:xfrm>
            <a:off x="2009775" y="5441950"/>
            <a:ext cx="16084500" cy="4454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2" name="Google Shape;252;g317320215e8_1_76:notes"/>
          <p:cNvSpPr txBox="1"/>
          <p:nvPr>
            <p:ph idx="12" type="sldNum"/>
          </p:nvPr>
        </p:nvSpPr>
        <p:spPr>
          <a:xfrm>
            <a:off x="11387138" y="10742613"/>
            <a:ext cx="8712300" cy="566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CL"/>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6:notes"/>
          <p:cNvSpPr txBox="1"/>
          <p:nvPr>
            <p:ph idx="1" type="body"/>
          </p:nvPr>
        </p:nvSpPr>
        <p:spPr>
          <a:xfrm>
            <a:off x="2009775" y="5441950"/>
            <a:ext cx="16084550" cy="445452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1" name="Google Shape;261;p6:notes"/>
          <p:cNvSpPr/>
          <p:nvPr>
            <p:ph idx="2" type="sldImg"/>
          </p:nvPr>
        </p:nvSpPr>
        <p:spPr>
          <a:xfrm>
            <a:off x="6659563" y="1414463"/>
            <a:ext cx="6784975" cy="38163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9:notes"/>
          <p:cNvSpPr txBox="1"/>
          <p:nvPr>
            <p:ph idx="1" type="body"/>
          </p:nvPr>
        </p:nvSpPr>
        <p:spPr>
          <a:xfrm>
            <a:off x="2009775" y="5441950"/>
            <a:ext cx="16084550" cy="445452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6" name="Google Shape;276;p9:notes"/>
          <p:cNvSpPr/>
          <p:nvPr>
            <p:ph idx="2" type="sldImg"/>
          </p:nvPr>
        </p:nvSpPr>
        <p:spPr>
          <a:xfrm>
            <a:off x="6659563" y="1414463"/>
            <a:ext cx="6784975" cy="38163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2:notes"/>
          <p:cNvSpPr txBox="1"/>
          <p:nvPr>
            <p:ph idx="1" type="body"/>
          </p:nvPr>
        </p:nvSpPr>
        <p:spPr>
          <a:xfrm>
            <a:off x="2009775" y="5441950"/>
            <a:ext cx="16084550" cy="445452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2" name="Google Shape;282;p2:notes"/>
          <p:cNvSpPr/>
          <p:nvPr>
            <p:ph idx="2" type="sldImg"/>
          </p:nvPr>
        </p:nvSpPr>
        <p:spPr>
          <a:xfrm>
            <a:off x="6659563" y="1414463"/>
            <a:ext cx="6784975" cy="38163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3913f42ff7e_1_7:notes"/>
          <p:cNvSpPr txBox="1"/>
          <p:nvPr>
            <p:ph idx="1" type="body"/>
          </p:nvPr>
        </p:nvSpPr>
        <p:spPr>
          <a:xfrm>
            <a:off x="2009775" y="5441950"/>
            <a:ext cx="16084500" cy="4454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9" name="Google Shape;289;g3913f42ff7e_1_7:notes"/>
          <p:cNvSpPr/>
          <p:nvPr>
            <p:ph idx="2" type="sldImg"/>
          </p:nvPr>
        </p:nvSpPr>
        <p:spPr>
          <a:xfrm>
            <a:off x="6659563" y="1414463"/>
            <a:ext cx="6785100" cy="3816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3913f42ff7e_1_13:notes"/>
          <p:cNvSpPr txBox="1"/>
          <p:nvPr>
            <p:ph idx="1" type="body"/>
          </p:nvPr>
        </p:nvSpPr>
        <p:spPr>
          <a:xfrm>
            <a:off x="2009775" y="5441950"/>
            <a:ext cx="16084500" cy="4454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6" name="Google Shape;296;g3913f42ff7e_1_13:notes"/>
          <p:cNvSpPr/>
          <p:nvPr>
            <p:ph idx="2" type="sldImg"/>
          </p:nvPr>
        </p:nvSpPr>
        <p:spPr>
          <a:xfrm>
            <a:off x="6659563" y="1414463"/>
            <a:ext cx="6785100" cy="3816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317320215e8_1_117:notes"/>
          <p:cNvSpPr/>
          <p:nvPr>
            <p:ph idx="2" type="sldImg"/>
          </p:nvPr>
        </p:nvSpPr>
        <p:spPr>
          <a:xfrm>
            <a:off x="6659563" y="1414463"/>
            <a:ext cx="6784975" cy="38163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3" name="Google Shape;303;g317320215e8_1_117:notes"/>
          <p:cNvSpPr txBox="1"/>
          <p:nvPr>
            <p:ph idx="1" type="body"/>
          </p:nvPr>
        </p:nvSpPr>
        <p:spPr>
          <a:xfrm>
            <a:off x="2009775" y="5441950"/>
            <a:ext cx="16084500" cy="4454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4" name="Google Shape;304;g317320215e8_1_117:notes"/>
          <p:cNvSpPr txBox="1"/>
          <p:nvPr>
            <p:ph idx="12" type="sldNum"/>
          </p:nvPr>
        </p:nvSpPr>
        <p:spPr>
          <a:xfrm>
            <a:off x="11387138" y="10742613"/>
            <a:ext cx="8712300" cy="566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s-CL"/>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8:notes"/>
          <p:cNvSpPr txBox="1"/>
          <p:nvPr>
            <p:ph idx="1" type="body"/>
          </p:nvPr>
        </p:nvSpPr>
        <p:spPr>
          <a:xfrm>
            <a:off x="2009775" y="5441950"/>
            <a:ext cx="16084550" cy="445452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4" name="Google Shape;314;p8:notes"/>
          <p:cNvSpPr/>
          <p:nvPr>
            <p:ph idx="2" type="sldImg"/>
          </p:nvPr>
        </p:nvSpPr>
        <p:spPr>
          <a:xfrm>
            <a:off x="6659563" y="1414463"/>
            <a:ext cx="6784975" cy="38163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317320215e8_1_110:notes"/>
          <p:cNvSpPr/>
          <p:nvPr>
            <p:ph idx="2" type="sldImg"/>
          </p:nvPr>
        </p:nvSpPr>
        <p:spPr>
          <a:xfrm>
            <a:off x="6659563" y="1414463"/>
            <a:ext cx="6784975" cy="38163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0" name="Google Shape;320;g317320215e8_1_110:notes"/>
          <p:cNvSpPr txBox="1"/>
          <p:nvPr>
            <p:ph idx="1" type="body"/>
          </p:nvPr>
        </p:nvSpPr>
        <p:spPr>
          <a:xfrm>
            <a:off x="2009775" y="5441950"/>
            <a:ext cx="16084500" cy="4454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1" name="Google Shape;321;g317320215e8_1_110:notes"/>
          <p:cNvSpPr txBox="1"/>
          <p:nvPr>
            <p:ph idx="12" type="sldNum"/>
          </p:nvPr>
        </p:nvSpPr>
        <p:spPr>
          <a:xfrm>
            <a:off x="11387138" y="10742613"/>
            <a:ext cx="8712300" cy="566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s-CL"/>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4:notes"/>
          <p:cNvSpPr txBox="1"/>
          <p:nvPr>
            <p:ph idx="1" type="body"/>
          </p:nvPr>
        </p:nvSpPr>
        <p:spPr>
          <a:xfrm>
            <a:off x="2009775" y="5441950"/>
            <a:ext cx="16084550" cy="445452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7" name="Google Shape;327;p4:notes"/>
          <p:cNvSpPr/>
          <p:nvPr>
            <p:ph idx="2" type="sldImg"/>
          </p:nvPr>
        </p:nvSpPr>
        <p:spPr>
          <a:xfrm>
            <a:off x="6659563" y="1414463"/>
            <a:ext cx="6784975" cy="38163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317320215e8_1_125:notes"/>
          <p:cNvSpPr/>
          <p:nvPr>
            <p:ph idx="2" type="sldImg"/>
          </p:nvPr>
        </p:nvSpPr>
        <p:spPr>
          <a:xfrm>
            <a:off x="6659563" y="1414463"/>
            <a:ext cx="6784975" cy="38163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4" name="Google Shape;334;g317320215e8_1_125:notes"/>
          <p:cNvSpPr txBox="1"/>
          <p:nvPr>
            <p:ph idx="1" type="body"/>
          </p:nvPr>
        </p:nvSpPr>
        <p:spPr>
          <a:xfrm>
            <a:off x="2009775" y="5441950"/>
            <a:ext cx="16084500" cy="4454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5" name="Google Shape;335;g317320215e8_1_125:notes"/>
          <p:cNvSpPr txBox="1"/>
          <p:nvPr>
            <p:ph idx="12" type="sldNum"/>
          </p:nvPr>
        </p:nvSpPr>
        <p:spPr>
          <a:xfrm>
            <a:off x="11387138" y="10742613"/>
            <a:ext cx="8712300" cy="566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s-CL"/>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p5:notes"/>
          <p:cNvSpPr/>
          <p:nvPr>
            <p:ph idx="2" type="sldImg"/>
          </p:nvPr>
        </p:nvSpPr>
        <p:spPr>
          <a:xfrm>
            <a:off x="6659563" y="1414463"/>
            <a:ext cx="6784975" cy="38163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2" name="Google Shape;342;p5:notes"/>
          <p:cNvSpPr txBox="1"/>
          <p:nvPr>
            <p:ph idx="1" type="body"/>
          </p:nvPr>
        </p:nvSpPr>
        <p:spPr>
          <a:xfrm>
            <a:off x="2009775" y="5441950"/>
            <a:ext cx="16084500" cy="4454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3" name="Google Shape;343;p5:notes"/>
          <p:cNvSpPr txBox="1"/>
          <p:nvPr>
            <p:ph idx="12" type="sldNum"/>
          </p:nvPr>
        </p:nvSpPr>
        <p:spPr>
          <a:xfrm>
            <a:off x="11387138" y="10742613"/>
            <a:ext cx="8712300" cy="566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s-CL"/>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317320215e8_1_133:notes"/>
          <p:cNvSpPr/>
          <p:nvPr>
            <p:ph idx="2" type="sldImg"/>
          </p:nvPr>
        </p:nvSpPr>
        <p:spPr>
          <a:xfrm>
            <a:off x="6659563" y="1414463"/>
            <a:ext cx="6784975" cy="38163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9" name="Google Shape;349;g317320215e8_1_133:notes"/>
          <p:cNvSpPr txBox="1"/>
          <p:nvPr>
            <p:ph idx="1" type="body"/>
          </p:nvPr>
        </p:nvSpPr>
        <p:spPr>
          <a:xfrm>
            <a:off x="2009775" y="5441950"/>
            <a:ext cx="16084500" cy="4454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0" name="Google Shape;350;g317320215e8_1_133:notes"/>
          <p:cNvSpPr txBox="1"/>
          <p:nvPr>
            <p:ph idx="12" type="sldNum"/>
          </p:nvPr>
        </p:nvSpPr>
        <p:spPr>
          <a:xfrm>
            <a:off x="11387138" y="10742613"/>
            <a:ext cx="8712300" cy="566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s-CL"/>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11:notes"/>
          <p:cNvSpPr txBox="1"/>
          <p:nvPr>
            <p:ph idx="1" type="body"/>
          </p:nvPr>
        </p:nvSpPr>
        <p:spPr>
          <a:xfrm>
            <a:off x="2009775" y="5441950"/>
            <a:ext cx="16084550" cy="445452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6" name="Google Shape;356;p11:notes"/>
          <p:cNvSpPr/>
          <p:nvPr>
            <p:ph idx="2" type="sldImg"/>
          </p:nvPr>
        </p:nvSpPr>
        <p:spPr>
          <a:xfrm>
            <a:off x="6659563" y="1414463"/>
            <a:ext cx="6784975" cy="38163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jpg"/><Relationship Id="rId3" Type="http://schemas.openxmlformats.org/officeDocument/2006/relationships/image" Target="../media/image12.png"/><Relationship Id="rId4"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 Id="rId3"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jpg"/><Relationship Id="rId3"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 Id="rId3"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5" name="Shape 15"/>
        <p:cNvGrpSpPr/>
        <p:nvPr/>
      </p:nvGrpSpPr>
      <p:grpSpPr>
        <a:xfrm>
          <a:off x="0" y="0"/>
          <a:ext cx="0" cy="0"/>
          <a:chOff x="0" y="0"/>
          <a:chExt cx="0" cy="0"/>
        </a:xfrm>
      </p:grpSpPr>
      <p:pic>
        <p:nvPicPr>
          <p:cNvPr id="16" name="Google Shape;16;p13"/>
          <p:cNvPicPr preferRelativeResize="0"/>
          <p:nvPr/>
        </p:nvPicPr>
        <p:blipFill rotWithShape="1">
          <a:blip r:embed="rId2">
            <a:alphaModFix/>
          </a:blip>
          <a:srcRect b="0" l="0" r="0" t="0"/>
          <a:stretch/>
        </p:blipFill>
        <p:spPr>
          <a:xfrm>
            <a:off x="-38740" y="-789172"/>
            <a:ext cx="20129562" cy="12098522"/>
          </a:xfrm>
          <a:prstGeom prst="rect">
            <a:avLst/>
          </a:prstGeom>
          <a:noFill/>
          <a:ln>
            <a:noFill/>
          </a:ln>
        </p:spPr>
      </p:pic>
      <p:pic>
        <p:nvPicPr>
          <p:cNvPr id="17" name="Google Shape;17;p13"/>
          <p:cNvPicPr preferRelativeResize="0"/>
          <p:nvPr/>
        </p:nvPicPr>
        <p:blipFill rotWithShape="1">
          <a:blip r:embed="rId3">
            <a:alphaModFix/>
          </a:blip>
          <a:srcRect b="365" l="1960" r="2315" t="38419"/>
          <a:stretch/>
        </p:blipFill>
        <p:spPr>
          <a:xfrm>
            <a:off x="0" y="0"/>
            <a:ext cx="20104099" cy="11309350"/>
          </a:xfrm>
          <a:prstGeom prst="rect">
            <a:avLst/>
          </a:prstGeom>
          <a:noFill/>
          <a:ln>
            <a:noFill/>
          </a:ln>
        </p:spPr>
      </p:pic>
      <p:grpSp>
        <p:nvGrpSpPr>
          <p:cNvPr id="18" name="Google Shape;18;p13"/>
          <p:cNvGrpSpPr/>
          <p:nvPr/>
        </p:nvGrpSpPr>
        <p:grpSpPr>
          <a:xfrm>
            <a:off x="8375650" y="10531475"/>
            <a:ext cx="3894979" cy="335915"/>
            <a:chOff x="8592670" y="10723202"/>
            <a:chExt cx="3894979" cy="335915"/>
          </a:xfrm>
        </p:grpSpPr>
        <p:sp>
          <p:nvSpPr>
            <p:cNvPr id="19" name="Google Shape;19;p13"/>
            <p:cNvSpPr/>
            <p:nvPr/>
          </p:nvSpPr>
          <p:spPr>
            <a:xfrm>
              <a:off x="8592670" y="10723202"/>
              <a:ext cx="335915" cy="335915"/>
            </a:xfrm>
            <a:custGeom>
              <a:rect b="b" l="l" r="r" t="t"/>
              <a:pathLst>
                <a:path extrusionOk="0" h="335915" w="335915">
                  <a:moveTo>
                    <a:pt x="335591" y="0"/>
                  </a:moveTo>
                  <a:lnTo>
                    <a:pt x="0" y="0"/>
                  </a:lnTo>
                  <a:lnTo>
                    <a:pt x="0" y="335602"/>
                  </a:lnTo>
                  <a:lnTo>
                    <a:pt x="335591" y="335602"/>
                  </a:lnTo>
                  <a:lnTo>
                    <a:pt x="335591" y="0"/>
                  </a:lnTo>
                  <a:close/>
                </a:path>
              </a:pathLst>
            </a:custGeom>
            <a:solidFill>
              <a:srgbClr val="7B408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 name="Google Shape;20;p13"/>
            <p:cNvSpPr/>
            <p:nvPr/>
          </p:nvSpPr>
          <p:spPr>
            <a:xfrm>
              <a:off x="9037546" y="10723202"/>
              <a:ext cx="335915" cy="335915"/>
            </a:xfrm>
            <a:custGeom>
              <a:rect b="b" l="l" r="r" t="t"/>
              <a:pathLst>
                <a:path extrusionOk="0" h="335915" w="335915">
                  <a:moveTo>
                    <a:pt x="335602" y="0"/>
                  </a:moveTo>
                  <a:lnTo>
                    <a:pt x="0" y="0"/>
                  </a:lnTo>
                  <a:lnTo>
                    <a:pt x="0" y="335602"/>
                  </a:lnTo>
                  <a:lnTo>
                    <a:pt x="335602" y="335602"/>
                  </a:lnTo>
                  <a:lnTo>
                    <a:pt x="335602" y="0"/>
                  </a:lnTo>
                  <a:close/>
                </a:path>
              </a:pathLst>
            </a:custGeom>
            <a:solidFill>
              <a:srgbClr val="D6843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 name="Google Shape;21;p13"/>
            <p:cNvSpPr/>
            <p:nvPr/>
          </p:nvSpPr>
          <p:spPr>
            <a:xfrm>
              <a:off x="9482433" y="10723202"/>
              <a:ext cx="335915" cy="335915"/>
            </a:xfrm>
            <a:custGeom>
              <a:rect b="b" l="l" r="r" t="t"/>
              <a:pathLst>
                <a:path extrusionOk="0" h="335915" w="335915">
                  <a:moveTo>
                    <a:pt x="335602" y="0"/>
                  </a:moveTo>
                  <a:lnTo>
                    <a:pt x="0" y="0"/>
                  </a:lnTo>
                  <a:lnTo>
                    <a:pt x="0" y="335602"/>
                  </a:lnTo>
                  <a:lnTo>
                    <a:pt x="335602" y="335602"/>
                  </a:lnTo>
                  <a:lnTo>
                    <a:pt x="335602" y="0"/>
                  </a:lnTo>
                  <a:close/>
                </a:path>
              </a:pathLst>
            </a:custGeom>
            <a:solidFill>
              <a:srgbClr val="BD094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 name="Google Shape;22;p13"/>
            <p:cNvSpPr/>
            <p:nvPr/>
          </p:nvSpPr>
          <p:spPr>
            <a:xfrm>
              <a:off x="9927320" y="10723202"/>
              <a:ext cx="335915" cy="335915"/>
            </a:xfrm>
            <a:custGeom>
              <a:rect b="b" l="l" r="r" t="t"/>
              <a:pathLst>
                <a:path extrusionOk="0" h="335915" w="335915">
                  <a:moveTo>
                    <a:pt x="335602" y="0"/>
                  </a:moveTo>
                  <a:lnTo>
                    <a:pt x="0" y="0"/>
                  </a:lnTo>
                  <a:lnTo>
                    <a:pt x="0" y="335602"/>
                  </a:lnTo>
                  <a:lnTo>
                    <a:pt x="335602" y="335602"/>
                  </a:lnTo>
                  <a:lnTo>
                    <a:pt x="335602" y="0"/>
                  </a:lnTo>
                  <a:close/>
                </a:path>
              </a:pathLst>
            </a:custGeom>
            <a:solidFill>
              <a:srgbClr val="BAC52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 name="Google Shape;23;p13"/>
            <p:cNvSpPr/>
            <p:nvPr/>
          </p:nvSpPr>
          <p:spPr>
            <a:xfrm>
              <a:off x="10372207" y="10723202"/>
              <a:ext cx="335915" cy="335915"/>
            </a:xfrm>
            <a:custGeom>
              <a:rect b="b" l="l" r="r" t="t"/>
              <a:pathLst>
                <a:path extrusionOk="0" h="335915" w="335915">
                  <a:moveTo>
                    <a:pt x="335591" y="0"/>
                  </a:moveTo>
                  <a:lnTo>
                    <a:pt x="0" y="0"/>
                  </a:lnTo>
                  <a:lnTo>
                    <a:pt x="0" y="335602"/>
                  </a:lnTo>
                  <a:lnTo>
                    <a:pt x="335591" y="335602"/>
                  </a:lnTo>
                  <a:lnTo>
                    <a:pt x="335591" y="0"/>
                  </a:lnTo>
                  <a:close/>
                </a:path>
              </a:pathLst>
            </a:custGeom>
            <a:solidFill>
              <a:srgbClr val="92929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 name="Google Shape;24;p13"/>
            <p:cNvSpPr/>
            <p:nvPr/>
          </p:nvSpPr>
          <p:spPr>
            <a:xfrm>
              <a:off x="10817084" y="10723202"/>
              <a:ext cx="335915" cy="335915"/>
            </a:xfrm>
            <a:custGeom>
              <a:rect b="b" l="l" r="r" t="t"/>
              <a:pathLst>
                <a:path extrusionOk="0" h="335915" w="335915">
                  <a:moveTo>
                    <a:pt x="335602" y="0"/>
                  </a:moveTo>
                  <a:lnTo>
                    <a:pt x="0" y="0"/>
                  </a:lnTo>
                  <a:lnTo>
                    <a:pt x="0" y="335602"/>
                  </a:lnTo>
                  <a:lnTo>
                    <a:pt x="335602" y="335602"/>
                  </a:lnTo>
                  <a:lnTo>
                    <a:pt x="335602" y="0"/>
                  </a:lnTo>
                  <a:close/>
                </a:path>
              </a:pathLst>
            </a:custGeom>
            <a:solidFill>
              <a:srgbClr val="2C3E8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 name="Google Shape;25;p13"/>
            <p:cNvSpPr/>
            <p:nvPr/>
          </p:nvSpPr>
          <p:spPr>
            <a:xfrm>
              <a:off x="11261981" y="10723202"/>
              <a:ext cx="335915" cy="335915"/>
            </a:xfrm>
            <a:custGeom>
              <a:rect b="b" l="l" r="r" t="t"/>
              <a:pathLst>
                <a:path extrusionOk="0" h="335915" w="335915">
                  <a:moveTo>
                    <a:pt x="335591" y="0"/>
                  </a:moveTo>
                  <a:lnTo>
                    <a:pt x="0" y="0"/>
                  </a:lnTo>
                  <a:lnTo>
                    <a:pt x="0" y="335602"/>
                  </a:lnTo>
                  <a:lnTo>
                    <a:pt x="335591" y="335602"/>
                  </a:lnTo>
                  <a:lnTo>
                    <a:pt x="335591" y="0"/>
                  </a:lnTo>
                  <a:close/>
                </a:path>
              </a:pathLst>
            </a:custGeom>
            <a:solidFill>
              <a:srgbClr val="2C9146"/>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 name="Google Shape;26;p13"/>
            <p:cNvSpPr/>
            <p:nvPr/>
          </p:nvSpPr>
          <p:spPr>
            <a:xfrm>
              <a:off x="11706858" y="10723202"/>
              <a:ext cx="335915" cy="335915"/>
            </a:xfrm>
            <a:custGeom>
              <a:rect b="b" l="l" r="r" t="t"/>
              <a:pathLst>
                <a:path extrusionOk="0" h="335915" w="335915">
                  <a:moveTo>
                    <a:pt x="335602" y="0"/>
                  </a:moveTo>
                  <a:lnTo>
                    <a:pt x="0" y="0"/>
                  </a:lnTo>
                  <a:lnTo>
                    <a:pt x="0" y="335602"/>
                  </a:lnTo>
                  <a:lnTo>
                    <a:pt x="335602" y="335602"/>
                  </a:lnTo>
                  <a:lnTo>
                    <a:pt x="335602" y="0"/>
                  </a:lnTo>
                  <a:close/>
                </a:path>
              </a:pathLst>
            </a:custGeom>
            <a:solidFill>
              <a:srgbClr val="44A6B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 name="Google Shape;27;p13"/>
            <p:cNvSpPr/>
            <p:nvPr/>
          </p:nvSpPr>
          <p:spPr>
            <a:xfrm>
              <a:off x="12151734" y="10723202"/>
              <a:ext cx="335915" cy="335915"/>
            </a:xfrm>
            <a:custGeom>
              <a:rect b="b" l="l" r="r" t="t"/>
              <a:pathLst>
                <a:path extrusionOk="0" h="335915" w="335915">
                  <a:moveTo>
                    <a:pt x="335602" y="0"/>
                  </a:moveTo>
                  <a:lnTo>
                    <a:pt x="0" y="0"/>
                  </a:lnTo>
                  <a:lnTo>
                    <a:pt x="0" y="335602"/>
                  </a:lnTo>
                  <a:lnTo>
                    <a:pt x="335602" y="335602"/>
                  </a:lnTo>
                  <a:lnTo>
                    <a:pt x="335602" y="0"/>
                  </a:lnTo>
                  <a:close/>
                </a:path>
              </a:pathLst>
            </a:custGeom>
            <a:solidFill>
              <a:srgbClr val="35A4C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8" name="Google Shape;28;p13"/>
          <p:cNvSpPr/>
          <p:nvPr/>
        </p:nvSpPr>
        <p:spPr>
          <a:xfrm>
            <a:off x="5092767" y="8274010"/>
            <a:ext cx="10694670" cy="53340"/>
          </a:xfrm>
          <a:custGeom>
            <a:rect b="b" l="l" r="r" t="t"/>
            <a:pathLst>
              <a:path extrusionOk="0" h="53340" w="10694669">
                <a:moveTo>
                  <a:pt x="10667601" y="0"/>
                </a:moveTo>
                <a:lnTo>
                  <a:pt x="26606" y="0"/>
                </a:lnTo>
                <a:lnTo>
                  <a:pt x="16264" y="2097"/>
                </a:lnTo>
                <a:lnTo>
                  <a:pt x="7806" y="7809"/>
                </a:lnTo>
                <a:lnTo>
                  <a:pt x="2095" y="16269"/>
                </a:lnTo>
                <a:lnTo>
                  <a:pt x="0" y="26606"/>
                </a:lnTo>
                <a:lnTo>
                  <a:pt x="2095" y="36942"/>
                </a:lnTo>
                <a:lnTo>
                  <a:pt x="7806" y="45397"/>
                </a:lnTo>
                <a:lnTo>
                  <a:pt x="16264" y="51106"/>
                </a:lnTo>
                <a:lnTo>
                  <a:pt x="26606" y="53202"/>
                </a:lnTo>
                <a:lnTo>
                  <a:pt x="10667601" y="53202"/>
                </a:lnTo>
                <a:lnTo>
                  <a:pt x="10677937" y="51106"/>
                </a:lnTo>
                <a:lnTo>
                  <a:pt x="10686393" y="45397"/>
                </a:lnTo>
                <a:lnTo>
                  <a:pt x="10692102" y="36942"/>
                </a:lnTo>
                <a:lnTo>
                  <a:pt x="10694197" y="26606"/>
                </a:lnTo>
                <a:lnTo>
                  <a:pt x="10692102" y="16269"/>
                </a:lnTo>
                <a:lnTo>
                  <a:pt x="10686393" y="7809"/>
                </a:lnTo>
                <a:lnTo>
                  <a:pt x="10677937" y="2097"/>
                </a:lnTo>
                <a:lnTo>
                  <a:pt x="10667601"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9" name="Google Shape;29;p13"/>
          <p:cNvSpPr/>
          <p:nvPr/>
        </p:nvSpPr>
        <p:spPr>
          <a:xfrm>
            <a:off x="5092767" y="7228339"/>
            <a:ext cx="10694670" cy="1045671"/>
          </a:xfrm>
          <a:custGeom>
            <a:rect b="b" l="l" r="r" t="t"/>
            <a:pathLst>
              <a:path extrusionOk="0" h="1025525" w="10694669">
                <a:moveTo>
                  <a:pt x="10694197" y="0"/>
                </a:moveTo>
                <a:lnTo>
                  <a:pt x="0" y="0"/>
                </a:lnTo>
                <a:lnTo>
                  <a:pt x="0" y="1025330"/>
                </a:lnTo>
                <a:lnTo>
                  <a:pt x="10694197" y="1025330"/>
                </a:lnTo>
                <a:lnTo>
                  <a:pt x="10694197" y="0"/>
                </a:lnTo>
                <a:close/>
              </a:path>
            </a:pathLst>
          </a:custGeom>
          <a:solidFill>
            <a:srgbClr val="FEB6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0" name="Google Shape;30;p13"/>
          <p:cNvSpPr txBox="1"/>
          <p:nvPr>
            <p:ph idx="1" type="body"/>
          </p:nvPr>
        </p:nvSpPr>
        <p:spPr>
          <a:xfrm>
            <a:off x="5138402" y="7307097"/>
            <a:ext cx="10649035" cy="830997"/>
          </a:xfrm>
          <a:prstGeom prst="rect">
            <a:avLst/>
          </a:prstGeom>
          <a:noFill/>
          <a:ln>
            <a:noFill/>
          </a:ln>
        </p:spPr>
        <p:txBody>
          <a:bodyPr anchorCtr="0" anchor="t" bIns="0" lIns="0" spcFirstLastPara="1" rIns="0" wrap="square" tIns="0">
            <a:spAutoFit/>
          </a:bodyPr>
          <a:lstStyle>
            <a:lvl1pPr indent="-228600" lvl="0" marL="457200" algn="ctr">
              <a:lnSpc>
                <a:spcPct val="100000"/>
              </a:lnSpc>
              <a:spcBef>
                <a:spcPts val="0"/>
              </a:spcBef>
              <a:spcAft>
                <a:spcPts val="0"/>
              </a:spcAft>
              <a:buSzPts val="1400"/>
              <a:buNone/>
              <a:defRPr b="1" sz="5400">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31" name="Google Shape;31;p13"/>
          <p:cNvSpPr txBox="1"/>
          <p:nvPr>
            <p:ph idx="2" type="body"/>
          </p:nvPr>
        </p:nvSpPr>
        <p:spPr>
          <a:xfrm>
            <a:off x="4718050" y="6152227"/>
            <a:ext cx="11429999" cy="923330"/>
          </a:xfrm>
          <a:prstGeom prst="rect">
            <a:avLst/>
          </a:prstGeom>
          <a:noFill/>
          <a:ln>
            <a:noFill/>
          </a:ln>
        </p:spPr>
        <p:txBody>
          <a:bodyPr anchorCtr="0" anchor="t" bIns="0" lIns="0" spcFirstLastPara="1" rIns="0" wrap="square" tIns="0">
            <a:spAutoFit/>
          </a:bodyPr>
          <a:lstStyle>
            <a:lvl1pPr indent="-228600" lvl="0" marL="457200" algn="ctr">
              <a:lnSpc>
                <a:spcPct val="100000"/>
              </a:lnSpc>
              <a:spcBef>
                <a:spcPts val="0"/>
              </a:spcBef>
              <a:spcAft>
                <a:spcPts val="0"/>
              </a:spcAft>
              <a:buSzPts val="1400"/>
              <a:buNone/>
              <a:defRPr b="1" sz="6000">
                <a:solidFill>
                  <a:schemeClr val="lt1"/>
                </a:solidFill>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32" name="Google Shape;32;p13"/>
          <p:cNvSpPr txBox="1"/>
          <p:nvPr>
            <p:ph idx="3" type="body"/>
          </p:nvPr>
        </p:nvSpPr>
        <p:spPr>
          <a:xfrm>
            <a:off x="5092767" y="8483560"/>
            <a:ext cx="10694988" cy="492443"/>
          </a:xfrm>
          <a:prstGeom prst="rect">
            <a:avLst/>
          </a:prstGeom>
          <a:noFill/>
          <a:ln>
            <a:noFill/>
          </a:ln>
        </p:spPr>
        <p:txBody>
          <a:bodyPr anchorCtr="0" anchor="t" bIns="0" lIns="0" spcFirstLastPara="1" rIns="0" wrap="square" tIns="0">
            <a:spAutoFit/>
          </a:bodyPr>
          <a:lstStyle>
            <a:lvl1pPr indent="-228600" lvl="0" marL="457200" algn="ctr">
              <a:lnSpc>
                <a:spcPct val="100000"/>
              </a:lnSpc>
              <a:spcBef>
                <a:spcPts val="0"/>
              </a:spcBef>
              <a:spcAft>
                <a:spcPts val="0"/>
              </a:spcAft>
              <a:buSzPts val="1400"/>
              <a:buNone/>
              <a:defRPr sz="3200">
                <a:solidFill>
                  <a:schemeClr val="lt1"/>
                </a:solidFill>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pic>
        <p:nvPicPr>
          <p:cNvPr id="33" name="Google Shape;33;p13"/>
          <p:cNvPicPr preferRelativeResize="0"/>
          <p:nvPr/>
        </p:nvPicPr>
        <p:blipFill rotWithShape="1">
          <a:blip r:embed="rId4">
            <a:alphaModFix/>
          </a:blip>
          <a:srcRect b="0" l="0" r="0" t="0"/>
          <a:stretch/>
        </p:blipFill>
        <p:spPr>
          <a:xfrm>
            <a:off x="7519377" y="8918485"/>
            <a:ext cx="5904958" cy="146059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showMasterSp="0">
  <p:cSld name="Title and Content">
    <p:bg>
      <p:bgPr>
        <a:solidFill>
          <a:schemeClr val="lt1"/>
        </a:solidFill>
      </p:bgPr>
    </p:bg>
    <p:spTree>
      <p:nvGrpSpPr>
        <p:cNvPr id="34" name="Shape 34"/>
        <p:cNvGrpSpPr/>
        <p:nvPr/>
      </p:nvGrpSpPr>
      <p:grpSpPr>
        <a:xfrm>
          <a:off x="0" y="0"/>
          <a:ext cx="0" cy="0"/>
          <a:chOff x="0" y="0"/>
          <a:chExt cx="0" cy="0"/>
        </a:xfrm>
      </p:grpSpPr>
      <p:sp>
        <p:nvSpPr>
          <p:cNvPr id="35" name="Google Shape;35;p15"/>
          <p:cNvSpPr/>
          <p:nvPr/>
        </p:nvSpPr>
        <p:spPr>
          <a:xfrm>
            <a:off x="1" y="828729"/>
            <a:ext cx="4946650" cy="1168346"/>
          </a:xfrm>
          <a:prstGeom prst="rect">
            <a:avLst/>
          </a:prstGeom>
          <a:solidFill>
            <a:srgbClr val="FFC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6" name="Google Shape;36;p15"/>
          <p:cNvSpPr/>
          <p:nvPr/>
        </p:nvSpPr>
        <p:spPr>
          <a:xfrm>
            <a:off x="4998572" y="828729"/>
            <a:ext cx="152400" cy="1168346"/>
          </a:xfrm>
          <a:custGeom>
            <a:rect b="b" l="l" r="r" t="t"/>
            <a:pathLst>
              <a:path extrusionOk="0" h="6827520" w="53339">
                <a:moveTo>
                  <a:pt x="26606" y="0"/>
                </a:moveTo>
                <a:lnTo>
                  <a:pt x="16269" y="2095"/>
                </a:lnTo>
                <a:lnTo>
                  <a:pt x="7809" y="7806"/>
                </a:lnTo>
                <a:lnTo>
                  <a:pt x="2097" y="16264"/>
                </a:lnTo>
                <a:lnTo>
                  <a:pt x="0" y="26606"/>
                </a:lnTo>
                <a:lnTo>
                  <a:pt x="0" y="6800368"/>
                </a:lnTo>
                <a:lnTo>
                  <a:pt x="2097" y="6810704"/>
                </a:lnTo>
                <a:lnTo>
                  <a:pt x="7809" y="6819160"/>
                </a:lnTo>
                <a:lnTo>
                  <a:pt x="16269" y="6824869"/>
                </a:lnTo>
                <a:lnTo>
                  <a:pt x="26606" y="6826964"/>
                </a:lnTo>
                <a:lnTo>
                  <a:pt x="36943" y="6824869"/>
                </a:lnTo>
                <a:lnTo>
                  <a:pt x="45403" y="6819160"/>
                </a:lnTo>
                <a:lnTo>
                  <a:pt x="51115" y="6810704"/>
                </a:lnTo>
                <a:lnTo>
                  <a:pt x="53213" y="6800368"/>
                </a:lnTo>
                <a:lnTo>
                  <a:pt x="53213" y="26606"/>
                </a:lnTo>
                <a:lnTo>
                  <a:pt x="51115" y="16264"/>
                </a:lnTo>
                <a:lnTo>
                  <a:pt x="45403" y="7806"/>
                </a:lnTo>
                <a:lnTo>
                  <a:pt x="36943" y="2095"/>
                </a:lnTo>
                <a:lnTo>
                  <a:pt x="26606" y="0"/>
                </a:lnTo>
                <a:close/>
              </a:path>
            </a:pathLst>
          </a:custGeom>
          <a:solidFill>
            <a:srgbClr val="1A1A1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7" name="Google Shape;37;p15"/>
          <p:cNvSpPr txBox="1"/>
          <p:nvPr>
            <p:ph idx="1" type="body"/>
          </p:nvPr>
        </p:nvSpPr>
        <p:spPr>
          <a:xfrm>
            <a:off x="574040" y="1258411"/>
            <a:ext cx="4343400" cy="1477328"/>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b="1" sz="4800">
                <a:solidFill>
                  <a:schemeClr val="dk1"/>
                </a:solidFill>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38" name="Google Shape;38;p15"/>
          <p:cNvSpPr txBox="1"/>
          <p:nvPr>
            <p:ph idx="2" type="body"/>
          </p:nvPr>
        </p:nvSpPr>
        <p:spPr>
          <a:xfrm>
            <a:off x="574675" y="2911475"/>
            <a:ext cx="4343400" cy="1231106"/>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sz="2000">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grpSp>
        <p:nvGrpSpPr>
          <p:cNvPr id="39" name="Google Shape;39;p15"/>
          <p:cNvGrpSpPr/>
          <p:nvPr/>
        </p:nvGrpSpPr>
        <p:grpSpPr>
          <a:xfrm>
            <a:off x="11728450" y="10226675"/>
            <a:ext cx="7874883" cy="697591"/>
            <a:chOff x="6622225" y="6259219"/>
            <a:chExt cx="5372103" cy="475884"/>
          </a:xfrm>
        </p:grpSpPr>
        <p:grpSp>
          <p:nvGrpSpPr>
            <p:cNvPr id="40" name="Google Shape;40;p15"/>
            <p:cNvGrpSpPr/>
            <p:nvPr/>
          </p:nvGrpSpPr>
          <p:grpSpPr>
            <a:xfrm>
              <a:off x="6622225" y="6411950"/>
              <a:ext cx="2602283" cy="224429"/>
              <a:chOff x="8592670" y="10723202"/>
              <a:chExt cx="3894979" cy="335915"/>
            </a:xfrm>
          </p:grpSpPr>
          <p:sp>
            <p:nvSpPr>
              <p:cNvPr id="41" name="Google Shape;41;p15"/>
              <p:cNvSpPr/>
              <p:nvPr/>
            </p:nvSpPr>
            <p:spPr>
              <a:xfrm>
                <a:off x="8592670" y="10723202"/>
                <a:ext cx="335915" cy="335915"/>
              </a:xfrm>
              <a:custGeom>
                <a:rect b="b" l="l" r="r" t="t"/>
                <a:pathLst>
                  <a:path extrusionOk="0" h="335915" w="335915">
                    <a:moveTo>
                      <a:pt x="335591" y="0"/>
                    </a:moveTo>
                    <a:lnTo>
                      <a:pt x="0" y="0"/>
                    </a:lnTo>
                    <a:lnTo>
                      <a:pt x="0" y="335602"/>
                    </a:lnTo>
                    <a:lnTo>
                      <a:pt x="335591" y="335602"/>
                    </a:lnTo>
                    <a:lnTo>
                      <a:pt x="335591" y="0"/>
                    </a:lnTo>
                    <a:close/>
                  </a:path>
                </a:pathLst>
              </a:custGeom>
              <a:solidFill>
                <a:srgbClr val="7B408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2" name="Google Shape;42;p15"/>
              <p:cNvSpPr/>
              <p:nvPr/>
            </p:nvSpPr>
            <p:spPr>
              <a:xfrm>
                <a:off x="9037546" y="10723202"/>
                <a:ext cx="335915" cy="335915"/>
              </a:xfrm>
              <a:custGeom>
                <a:rect b="b" l="l" r="r" t="t"/>
                <a:pathLst>
                  <a:path extrusionOk="0" h="335915" w="335915">
                    <a:moveTo>
                      <a:pt x="335602" y="0"/>
                    </a:moveTo>
                    <a:lnTo>
                      <a:pt x="0" y="0"/>
                    </a:lnTo>
                    <a:lnTo>
                      <a:pt x="0" y="335602"/>
                    </a:lnTo>
                    <a:lnTo>
                      <a:pt x="335602" y="335602"/>
                    </a:lnTo>
                    <a:lnTo>
                      <a:pt x="335602" y="0"/>
                    </a:lnTo>
                    <a:close/>
                  </a:path>
                </a:pathLst>
              </a:custGeom>
              <a:solidFill>
                <a:srgbClr val="D6843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3" name="Google Shape;43;p15"/>
              <p:cNvSpPr/>
              <p:nvPr/>
            </p:nvSpPr>
            <p:spPr>
              <a:xfrm>
                <a:off x="9482433" y="10723202"/>
                <a:ext cx="335915" cy="335915"/>
              </a:xfrm>
              <a:custGeom>
                <a:rect b="b" l="l" r="r" t="t"/>
                <a:pathLst>
                  <a:path extrusionOk="0" h="335915" w="335915">
                    <a:moveTo>
                      <a:pt x="335602" y="0"/>
                    </a:moveTo>
                    <a:lnTo>
                      <a:pt x="0" y="0"/>
                    </a:lnTo>
                    <a:lnTo>
                      <a:pt x="0" y="335602"/>
                    </a:lnTo>
                    <a:lnTo>
                      <a:pt x="335602" y="335602"/>
                    </a:lnTo>
                    <a:lnTo>
                      <a:pt x="335602" y="0"/>
                    </a:lnTo>
                    <a:close/>
                  </a:path>
                </a:pathLst>
              </a:custGeom>
              <a:solidFill>
                <a:srgbClr val="BD094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4" name="Google Shape;44;p15"/>
              <p:cNvSpPr/>
              <p:nvPr/>
            </p:nvSpPr>
            <p:spPr>
              <a:xfrm>
                <a:off x="9927320" y="10723202"/>
                <a:ext cx="335915" cy="335915"/>
              </a:xfrm>
              <a:custGeom>
                <a:rect b="b" l="l" r="r" t="t"/>
                <a:pathLst>
                  <a:path extrusionOk="0" h="335915" w="335915">
                    <a:moveTo>
                      <a:pt x="335602" y="0"/>
                    </a:moveTo>
                    <a:lnTo>
                      <a:pt x="0" y="0"/>
                    </a:lnTo>
                    <a:lnTo>
                      <a:pt x="0" y="335602"/>
                    </a:lnTo>
                    <a:lnTo>
                      <a:pt x="335602" y="335602"/>
                    </a:lnTo>
                    <a:lnTo>
                      <a:pt x="335602" y="0"/>
                    </a:lnTo>
                    <a:close/>
                  </a:path>
                </a:pathLst>
              </a:custGeom>
              <a:solidFill>
                <a:srgbClr val="BAC52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5" name="Google Shape;45;p15"/>
              <p:cNvSpPr/>
              <p:nvPr/>
            </p:nvSpPr>
            <p:spPr>
              <a:xfrm>
                <a:off x="10372207" y="10723202"/>
                <a:ext cx="335915" cy="335915"/>
              </a:xfrm>
              <a:custGeom>
                <a:rect b="b" l="l" r="r" t="t"/>
                <a:pathLst>
                  <a:path extrusionOk="0" h="335915" w="335915">
                    <a:moveTo>
                      <a:pt x="335591" y="0"/>
                    </a:moveTo>
                    <a:lnTo>
                      <a:pt x="0" y="0"/>
                    </a:lnTo>
                    <a:lnTo>
                      <a:pt x="0" y="335602"/>
                    </a:lnTo>
                    <a:lnTo>
                      <a:pt x="335591" y="335602"/>
                    </a:lnTo>
                    <a:lnTo>
                      <a:pt x="335591" y="0"/>
                    </a:lnTo>
                    <a:close/>
                  </a:path>
                </a:pathLst>
              </a:custGeom>
              <a:solidFill>
                <a:srgbClr val="92929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6" name="Google Shape;46;p15"/>
              <p:cNvSpPr/>
              <p:nvPr/>
            </p:nvSpPr>
            <p:spPr>
              <a:xfrm>
                <a:off x="10817084" y="10723202"/>
                <a:ext cx="335915" cy="335915"/>
              </a:xfrm>
              <a:custGeom>
                <a:rect b="b" l="l" r="r" t="t"/>
                <a:pathLst>
                  <a:path extrusionOk="0" h="335915" w="335915">
                    <a:moveTo>
                      <a:pt x="335602" y="0"/>
                    </a:moveTo>
                    <a:lnTo>
                      <a:pt x="0" y="0"/>
                    </a:lnTo>
                    <a:lnTo>
                      <a:pt x="0" y="335602"/>
                    </a:lnTo>
                    <a:lnTo>
                      <a:pt x="335602" y="335602"/>
                    </a:lnTo>
                    <a:lnTo>
                      <a:pt x="335602" y="0"/>
                    </a:lnTo>
                    <a:close/>
                  </a:path>
                </a:pathLst>
              </a:custGeom>
              <a:solidFill>
                <a:srgbClr val="2C3E8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7" name="Google Shape;47;p15"/>
              <p:cNvSpPr/>
              <p:nvPr/>
            </p:nvSpPr>
            <p:spPr>
              <a:xfrm>
                <a:off x="11261981" y="10723202"/>
                <a:ext cx="335915" cy="335915"/>
              </a:xfrm>
              <a:custGeom>
                <a:rect b="b" l="l" r="r" t="t"/>
                <a:pathLst>
                  <a:path extrusionOk="0" h="335915" w="335915">
                    <a:moveTo>
                      <a:pt x="335591" y="0"/>
                    </a:moveTo>
                    <a:lnTo>
                      <a:pt x="0" y="0"/>
                    </a:lnTo>
                    <a:lnTo>
                      <a:pt x="0" y="335602"/>
                    </a:lnTo>
                    <a:lnTo>
                      <a:pt x="335591" y="335602"/>
                    </a:lnTo>
                    <a:lnTo>
                      <a:pt x="335591" y="0"/>
                    </a:lnTo>
                    <a:close/>
                  </a:path>
                </a:pathLst>
              </a:custGeom>
              <a:solidFill>
                <a:srgbClr val="2C9146"/>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8" name="Google Shape;48;p15"/>
              <p:cNvSpPr/>
              <p:nvPr/>
            </p:nvSpPr>
            <p:spPr>
              <a:xfrm>
                <a:off x="11706858" y="10723202"/>
                <a:ext cx="335915" cy="335915"/>
              </a:xfrm>
              <a:custGeom>
                <a:rect b="b" l="l" r="r" t="t"/>
                <a:pathLst>
                  <a:path extrusionOk="0" h="335915" w="335915">
                    <a:moveTo>
                      <a:pt x="335602" y="0"/>
                    </a:moveTo>
                    <a:lnTo>
                      <a:pt x="0" y="0"/>
                    </a:lnTo>
                    <a:lnTo>
                      <a:pt x="0" y="335602"/>
                    </a:lnTo>
                    <a:lnTo>
                      <a:pt x="335602" y="335602"/>
                    </a:lnTo>
                    <a:lnTo>
                      <a:pt x="335602" y="0"/>
                    </a:lnTo>
                    <a:close/>
                  </a:path>
                </a:pathLst>
              </a:custGeom>
              <a:solidFill>
                <a:srgbClr val="44A6B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9" name="Google Shape;49;p15"/>
              <p:cNvSpPr/>
              <p:nvPr/>
            </p:nvSpPr>
            <p:spPr>
              <a:xfrm>
                <a:off x="12151734" y="10723202"/>
                <a:ext cx="335915" cy="335915"/>
              </a:xfrm>
              <a:custGeom>
                <a:rect b="b" l="l" r="r" t="t"/>
                <a:pathLst>
                  <a:path extrusionOk="0" h="335915" w="335915">
                    <a:moveTo>
                      <a:pt x="335602" y="0"/>
                    </a:moveTo>
                    <a:lnTo>
                      <a:pt x="0" y="0"/>
                    </a:lnTo>
                    <a:lnTo>
                      <a:pt x="0" y="335602"/>
                    </a:lnTo>
                    <a:lnTo>
                      <a:pt x="335602" y="335602"/>
                    </a:lnTo>
                    <a:lnTo>
                      <a:pt x="335602" y="0"/>
                    </a:lnTo>
                    <a:close/>
                  </a:path>
                </a:pathLst>
              </a:custGeom>
              <a:solidFill>
                <a:srgbClr val="35A4C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grpSp>
        <p:pic>
          <p:nvPicPr>
            <p:cNvPr id="50" name="Google Shape;50;p15"/>
            <p:cNvPicPr preferRelativeResize="0"/>
            <p:nvPr/>
          </p:nvPicPr>
          <p:blipFill rotWithShape="1">
            <a:blip r:embed="rId2">
              <a:alphaModFix/>
            </a:blip>
            <a:srcRect b="0" l="0" r="0" t="0"/>
            <a:stretch/>
          </p:blipFill>
          <p:spPr>
            <a:xfrm>
              <a:off x="9435812" y="6259219"/>
              <a:ext cx="2558516" cy="475884"/>
            </a:xfrm>
            <a:prstGeom prst="rect">
              <a:avLst/>
            </a:prstGeom>
            <a:noFill/>
            <a:ln>
              <a:noFill/>
            </a:ln>
          </p:spPr>
        </p:pic>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seño personalizado">
  <p:cSld name="Diseño personalizado">
    <p:spTree>
      <p:nvGrpSpPr>
        <p:cNvPr id="51" name="Shape 51"/>
        <p:cNvGrpSpPr/>
        <p:nvPr/>
      </p:nvGrpSpPr>
      <p:grpSpPr>
        <a:xfrm>
          <a:off x="0" y="0"/>
          <a:ext cx="0" cy="0"/>
          <a:chOff x="0" y="0"/>
          <a:chExt cx="0" cy="0"/>
        </a:xfrm>
      </p:grpSpPr>
      <p:sp>
        <p:nvSpPr>
          <p:cNvPr id="52" name="Google Shape;52;p14"/>
          <p:cNvSpPr/>
          <p:nvPr/>
        </p:nvSpPr>
        <p:spPr>
          <a:xfrm>
            <a:off x="14603006" y="1768475"/>
            <a:ext cx="3392804" cy="7564755"/>
          </a:xfrm>
          <a:custGeom>
            <a:rect b="b" l="l" r="r" t="t"/>
            <a:pathLst>
              <a:path extrusionOk="0" h="7564755" w="3392805">
                <a:moveTo>
                  <a:pt x="3392671" y="0"/>
                </a:moveTo>
                <a:lnTo>
                  <a:pt x="0" y="0"/>
                </a:lnTo>
                <a:lnTo>
                  <a:pt x="0" y="7564701"/>
                </a:lnTo>
                <a:lnTo>
                  <a:pt x="3392671" y="7564701"/>
                </a:lnTo>
                <a:lnTo>
                  <a:pt x="3392671" y="0"/>
                </a:lnTo>
                <a:close/>
              </a:path>
            </a:pathLst>
          </a:custGeom>
          <a:solidFill>
            <a:schemeClr val="dk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3" name="Google Shape;53;p14"/>
          <p:cNvSpPr/>
          <p:nvPr/>
        </p:nvSpPr>
        <p:spPr>
          <a:xfrm>
            <a:off x="10415337" y="1768476"/>
            <a:ext cx="3392804" cy="7616568"/>
          </a:xfrm>
          <a:custGeom>
            <a:rect b="b" l="l" r="r" t="t"/>
            <a:pathLst>
              <a:path extrusionOk="0" h="7564755" w="3392805">
                <a:moveTo>
                  <a:pt x="3392671" y="0"/>
                </a:moveTo>
                <a:lnTo>
                  <a:pt x="0" y="0"/>
                </a:lnTo>
                <a:lnTo>
                  <a:pt x="0" y="7564701"/>
                </a:lnTo>
                <a:lnTo>
                  <a:pt x="3392671" y="7564701"/>
                </a:lnTo>
                <a:lnTo>
                  <a:pt x="3392671" y="0"/>
                </a:lnTo>
                <a:close/>
              </a:path>
            </a:pathLst>
          </a:custGeom>
          <a:solidFill>
            <a:srgbClr val="FEB6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4" name="Google Shape;54;p14"/>
          <p:cNvSpPr/>
          <p:nvPr/>
        </p:nvSpPr>
        <p:spPr>
          <a:xfrm>
            <a:off x="6347214" y="1813303"/>
            <a:ext cx="3392804" cy="7564755"/>
          </a:xfrm>
          <a:custGeom>
            <a:rect b="b" l="l" r="r" t="t"/>
            <a:pathLst>
              <a:path extrusionOk="0" h="7564755" w="3392805">
                <a:moveTo>
                  <a:pt x="3392671" y="0"/>
                </a:moveTo>
                <a:lnTo>
                  <a:pt x="0" y="0"/>
                </a:lnTo>
                <a:lnTo>
                  <a:pt x="0" y="7564701"/>
                </a:lnTo>
                <a:lnTo>
                  <a:pt x="3392671" y="7564701"/>
                </a:lnTo>
                <a:lnTo>
                  <a:pt x="3392671" y="0"/>
                </a:lnTo>
                <a:close/>
              </a:path>
            </a:pathLst>
          </a:custGeom>
          <a:solidFill>
            <a:schemeClr val="dk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5" name="Google Shape;55;p14"/>
          <p:cNvSpPr/>
          <p:nvPr/>
        </p:nvSpPr>
        <p:spPr>
          <a:xfrm>
            <a:off x="2235659" y="1820288"/>
            <a:ext cx="3392804" cy="7564755"/>
          </a:xfrm>
          <a:custGeom>
            <a:rect b="b" l="l" r="r" t="t"/>
            <a:pathLst>
              <a:path extrusionOk="0" h="7564755" w="3392805">
                <a:moveTo>
                  <a:pt x="3392671" y="0"/>
                </a:moveTo>
                <a:lnTo>
                  <a:pt x="0" y="0"/>
                </a:lnTo>
                <a:lnTo>
                  <a:pt x="0" y="7564701"/>
                </a:lnTo>
                <a:lnTo>
                  <a:pt x="3392671" y="7564701"/>
                </a:lnTo>
                <a:lnTo>
                  <a:pt x="3392671" y="0"/>
                </a:lnTo>
                <a:close/>
              </a:path>
            </a:pathLst>
          </a:custGeom>
          <a:solidFill>
            <a:schemeClr val="dk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6" name="Google Shape;56;p14"/>
          <p:cNvSpPr txBox="1"/>
          <p:nvPr>
            <p:ph idx="1" type="body"/>
          </p:nvPr>
        </p:nvSpPr>
        <p:spPr>
          <a:xfrm>
            <a:off x="2432050" y="4968875"/>
            <a:ext cx="3005299" cy="553998"/>
          </a:xfrm>
          <a:prstGeom prst="rect">
            <a:avLst/>
          </a:prstGeom>
          <a:noFill/>
          <a:ln>
            <a:noFill/>
          </a:ln>
        </p:spPr>
        <p:txBody>
          <a:bodyPr anchorCtr="0" anchor="t" bIns="0" lIns="0" spcFirstLastPara="1" rIns="0" wrap="square" tIns="0">
            <a:spAutoFit/>
          </a:bodyPr>
          <a:lstStyle>
            <a:lvl1pPr indent="-228600" lvl="0" marL="457200" algn="ctr">
              <a:lnSpc>
                <a:spcPct val="100000"/>
              </a:lnSpc>
              <a:spcBef>
                <a:spcPts val="0"/>
              </a:spcBef>
              <a:spcAft>
                <a:spcPts val="0"/>
              </a:spcAft>
              <a:buSzPts val="1400"/>
              <a:buNone/>
              <a:defRPr b="1" sz="3600">
                <a:solidFill>
                  <a:schemeClr val="lt1"/>
                </a:solidFill>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57" name="Google Shape;57;p14"/>
          <p:cNvSpPr txBox="1"/>
          <p:nvPr>
            <p:ph idx="2" type="body"/>
          </p:nvPr>
        </p:nvSpPr>
        <p:spPr>
          <a:xfrm>
            <a:off x="2432050" y="2200396"/>
            <a:ext cx="2955170" cy="2308324"/>
          </a:xfrm>
          <a:prstGeom prst="rect">
            <a:avLst/>
          </a:prstGeom>
          <a:noFill/>
          <a:ln>
            <a:noFill/>
          </a:ln>
        </p:spPr>
        <p:txBody>
          <a:bodyPr anchorCtr="0" anchor="t" bIns="0" lIns="0" spcFirstLastPara="1" rIns="0" wrap="square" tIns="0">
            <a:spAutoFit/>
          </a:bodyPr>
          <a:lstStyle>
            <a:lvl1pPr indent="-228600" lvl="0" marL="457200" algn="ctr">
              <a:lnSpc>
                <a:spcPct val="100000"/>
              </a:lnSpc>
              <a:spcBef>
                <a:spcPts val="0"/>
              </a:spcBef>
              <a:spcAft>
                <a:spcPts val="0"/>
              </a:spcAft>
              <a:buSzPts val="1400"/>
              <a:buNone/>
              <a:defRPr b="1" sz="15000">
                <a:solidFill>
                  <a:schemeClr val="lt1"/>
                </a:solidFill>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58" name="Google Shape;58;p14"/>
          <p:cNvSpPr txBox="1"/>
          <p:nvPr>
            <p:ph idx="3" type="body"/>
          </p:nvPr>
        </p:nvSpPr>
        <p:spPr>
          <a:xfrm>
            <a:off x="2520907" y="5908547"/>
            <a:ext cx="2916442" cy="553998"/>
          </a:xfrm>
          <a:prstGeom prst="rect">
            <a:avLst/>
          </a:prstGeom>
          <a:noFill/>
          <a:ln>
            <a:noFill/>
          </a:ln>
        </p:spPr>
        <p:txBody>
          <a:bodyPr anchorCtr="0" anchor="t" bIns="0" lIns="0" spcFirstLastPara="1" rIns="0" wrap="square" tIns="0">
            <a:spAutoFit/>
          </a:bodyPr>
          <a:lstStyle>
            <a:lvl1pPr indent="-228600" lvl="0" marL="457200" algn="ctr">
              <a:lnSpc>
                <a:spcPct val="100000"/>
              </a:lnSpc>
              <a:spcBef>
                <a:spcPts val="0"/>
              </a:spcBef>
              <a:spcAft>
                <a:spcPts val="0"/>
              </a:spcAft>
              <a:buSzPts val="1400"/>
              <a:buNone/>
              <a:defRPr>
                <a:solidFill>
                  <a:schemeClr val="lt1"/>
                </a:solidFill>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59" name="Google Shape;59;p14"/>
          <p:cNvSpPr txBox="1"/>
          <p:nvPr>
            <p:ph idx="4" type="body"/>
          </p:nvPr>
        </p:nvSpPr>
        <p:spPr>
          <a:xfrm>
            <a:off x="6569873" y="4968875"/>
            <a:ext cx="3005299" cy="553998"/>
          </a:xfrm>
          <a:prstGeom prst="rect">
            <a:avLst/>
          </a:prstGeom>
          <a:noFill/>
          <a:ln>
            <a:noFill/>
          </a:ln>
        </p:spPr>
        <p:txBody>
          <a:bodyPr anchorCtr="0" anchor="t" bIns="0" lIns="0" spcFirstLastPara="1" rIns="0" wrap="square" tIns="0">
            <a:spAutoFit/>
          </a:bodyPr>
          <a:lstStyle>
            <a:lvl1pPr indent="-228600" lvl="0" marL="457200" algn="ctr">
              <a:lnSpc>
                <a:spcPct val="100000"/>
              </a:lnSpc>
              <a:spcBef>
                <a:spcPts val="0"/>
              </a:spcBef>
              <a:spcAft>
                <a:spcPts val="0"/>
              </a:spcAft>
              <a:buSzPts val="1400"/>
              <a:buNone/>
              <a:defRPr b="1" sz="3600">
                <a:solidFill>
                  <a:schemeClr val="lt1"/>
                </a:solidFill>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60" name="Google Shape;60;p14"/>
          <p:cNvSpPr txBox="1"/>
          <p:nvPr>
            <p:ph idx="5" type="body"/>
          </p:nvPr>
        </p:nvSpPr>
        <p:spPr>
          <a:xfrm>
            <a:off x="6569873" y="2200396"/>
            <a:ext cx="2955170" cy="2308324"/>
          </a:xfrm>
          <a:prstGeom prst="rect">
            <a:avLst/>
          </a:prstGeom>
          <a:noFill/>
          <a:ln>
            <a:noFill/>
          </a:ln>
        </p:spPr>
        <p:txBody>
          <a:bodyPr anchorCtr="0" anchor="t" bIns="0" lIns="0" spcFirstLastPara="1" rIns="0" wrap="square" tIns="0">
            <a:spAutoFit/>
          </a:bodyPr>
          <a:lstStyle>
            <a:lvl1pPr indent="-228600" lvl="0" marL="457200" algn="ctr">
              <a:lnSpc>
                <a:spcPct val="100000"/>
              </a:lnSpc>
              <a:spcBef>
                <a:spcPts val="0"/>
              </a:spcBef>
              <a:spcAft>
                <a:spcPts val="0"/>
              </a:spcAft>
              <a:buSzPts val="1400"/>
              <a:buNone/>
              <a:defRPr b="1" sz="15000">
                <a:solidFill>
                  <a:schemeClr val="lt1"/>
                </a:solidFill>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61" name="Google Shape;61;p14"/>
          <p:cNvSpPr txBox="1"/>
          <p:nvPr>
            <p:ph idx="6" type="body"/>
          </p:nvPr>
        </p:nvSpPr>
        <p:spPr>
          <a:xfrm>
            <a:off x="6658730" y="5908547"/>
            <a:ext cx="2916442" cy="553998"/>
          </a:xfrm>
          <a:prstGeom prst="rect">
            <a:avLst/>
          </a:prstGeom>
          <a:noFill/>
          <a:ln>
            <a:noFill/>
          </a:ln>
        </p:spPr>
        <p:txBody>
          <a:bodyPr anchorCtr="0" anchor="t" bIns="0" lIns="0" spcFirstLastPara="1" rIns="0" wrap="square" tIns="0">
            <a:spAutoFit/>
          </a:bodyPr>
          <a:lstStyle>
            <a:lvl1pPr indent="-228600" lvl="0" marL="457200" algn="ctr">
              <a:lnSpc>
                <a:spcPct val="100000"/>
              </a:lnSpc>
              <a:spcBef>
                <a:spcPts val="0"/>
              </a:spcBef>
              <a:spcAft>
                <a:spcPts val="0"/>
              </a:spcAft>
              <a:buSzPts val="1400"/>
              <a:buNone/>
              <a:defRPr>
                <a:solidFill>
                  <a:schemeClr val="lt1"/>
                </a:solidFill>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62" name="Google Shape;62;p14"/>
          <p:cNvSpPr txBox="1"/>
          <p:nvPr>
            <p:ph idx="7" type="body"/>
          </p:nvPr>
        </p:nvSpPr>
        <p:spPr>
          <a:xfrm>
            <a:off x="10642730" y="4968875"/>
            <a:ext cx="3005299" cy="553998"/>
          </a:xfrm>
          <a:prstGeom prst="rect">
            <a:avLst/>
          </a:prstGeom>
          <a:noFill/>
          <a:ln>
            <a:noFill/>
          </a:ln>
        </p:spPr>
        <p:txBody>
          <a:bodyPr anchorCtr="0" anchor="t" bIns="0" lIns="0" spcFirstLastPara="1" rIns="0" wrap="square" tIns="0">
            <a:spAutoFit/>
          </a:bodyPr>
          <a:lstStyle>
            <a:lvl1pPr indent="-228600" lvl="0" marL="457200" algn="ctr">
              <a:lnSpc>
                <a:spcPct val="100000"/>
              </a:lnSpc>
              <a:spcBef>
                <a:spcPts val="0"/>
              </a:spcBef>
              <a:spcAft>
                <a:spcPts val="0"/>
              </a:spcAft>
              <a:buSzPts val="1400"/>
              <a:buNone/>
              <a:defRPr b="1" sz="3600">
                <a:solidFill>
                  <a:schemeClr val="dk1"/>
                </a:solidFill>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63" name="Google Shape;63;p14"/>
          <p:cNvSpPr txBox="1"/>
          <p:nvPr>
            <p:ph idx="8" type="body"/>
          </p:nvPr>
        </p:nvSpPr>
        <p:spPr>
          <a:xfrm>
            <a:off x="10642730" y="2200396"/>
            <a:ext cx="2955170" cy="2308324"/>
          </a:xfrm>
          <a:prstGeom prst="rect">
            <a:avLst/>
          </a:prstGeom>
          <a:noFill/>
          <a:ln>
            <a:noFill/>
          </a:ln>
        </p:spPr>
        <p:txBody>
          <a:bodyPr anchorCtr="0" anchor="t" bIns="0" lIns="0" spcFirstLastPara="1" rIns="0" wrap="square" tIns="0">
            <a:spAutoFit/>
          </a:bodyPr>
          <a:lstStyle>
            <a:lvl1pPr indent="-228600" lvl="0" marL="457200" algn="ctr">
              <a:lnSpc>
                <a:spcPct val="100000"/>
              </a:lnSpc>
              <a:spcBef>
                <a:spcPts val="0"/>
              </a:spcBef>
              <a:spcAft>
                <a:spcPts val="0"/>
              </a:spcAft>
              <a:buSzPts val="1400"/>
              <a:buNone/>
              <a:defRPr b="1" sz="15000">
                <a:solidFill>
                  <a:schemeClr val="dk1"/>
                </a:solidFill>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64" name="Google Shape;64;p14"/>
          <p:cNvSpPr txBox="1"/>
          <p:nvPr>
            <p:ph idx="9" type="body"/>
          </p:nvPr>
        </p:nvSpPr>
        <p:spPr>
          <a:xfrm>
            <a:off x="10731587" y="5908547"/>
            <a:ext cx="2916442" cy="553998"/>
          </a:xfrm>
          <a:prstGeom prst="rect">
            <a:avLst/>
          </a:prstGeom>
          <a:noFill/>
          <a:ln>
            <a:noFill/>
          </a:ln>
        </p:spPr>
        <p:txBody>
          <a:bodyPr anchorCtr="0" anchor="t" bIns="0" lIns="0" spcFirstLastPara="1" rIns="0" wrap="square" tIns="0">
            <a:spAutoFit/>
          </a:bodyPr>
          <a:lstStyle>
            <a:lvl1pPr indent="-228600" lvl="0" marL="457200" algn="ctr">
              <a:lnSpc>
                <a:spcPct val="100000"/>
              </a:lnSpc>
              <a:spcBef>
                <a:spcPts val="0"/>
              </a:spcBef>
              <a:spcAft>
                <a:spcPts val="0"/>
              </a:spcAft>
              <a:buSzPts val="1400"/>
              <a:buNone/>
              <a:defRPr>
                <a:solidFill>
                  <a:schemeClr val="dk1"/>
                </a:solidFill>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65" name="Google Shape;65;p14"/>
          <p:cNvSpPr txBox="1"/>
          <p:nvPr>
            <p:ph idx="13" type="body"/>
          </p:nvPr>
        </p:nvSpPr>
        <p:spPr>
          <a:xfrm>
            <a:off x="14844104" y="4968875"/>
            <a:ext cx="3005299" cy="553998"/>
          </a:xfrm>
          <a:prstGeom prst="rect">
            <a:avLst/>
          </a:prstGeom>
          <a:noFill/>
          <a:ln>
            <a:noFill/>
          </a:ln>
        </p:spPr>
        <p:txBody>
          <a:bodyPr anchorCtr="0" anchor="t" bIns="0" lIns="0" spcFirstLastPara="1" rIns="0" wrap="square" tIns="0">
            <a:spAutoFit/>
          </a:bodyPr>
          <a:lstStyle>
            <a:lvl1pPr indent="-228600" lvl="0" marL="457200" algn="ctr">
              <a:lnSpc>
                <a:spcPct val="100000"/>
              </a:lnSpc>
              <a:spcBef>
                <a:spcPts val="0"/>
              </a:spcBef>
              <a:spcAft>
                <a:spcPts val="0"/>
              </a:spcAft>
              <a:buSzPts val="1400"/>
              <a:buNone/>
              <a:defRPr b="1" sz="3600">
                <a:solidFill>
                  <a:schemeClr val="lt1"/>
                </a:solidFill>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66" name="Google Shape;66;p14"/>
          <p:cNvSpPr txBox="1"/>
          <p:nvPr>
            <p:ph idx="14" type="body"/>
          </p:nvPr>
        </p:nvSpPr>
        <p:spPr>
          <a:xfrm>
            <a:off x="14844104" y="2200396"/>
            <a:ext cx="2955170" cy="2308324"/>
          </a:xfrm>
          <a:prstGeom prst="rect">
            <a:avLst/>
          </a:prstGeom>
          <a:noFill/>
          <a:ln>
            <a:noFill/>
          </a:ln>
        </p:spPr>
        <p:txBody>
          <a:bodyPr anchorCtr="0" anchor="t" bIns="0" lIns="0" spcFirstLastPara="1" rIns="0" wrap="square" tIns="0">
            <a:spAutoFit/>
          </a:bodyPr>
          <a:lstStyle>
            <a:lvl1pPr indent="-228600" lvl="0" marL="457200" algn="ctr">
              <a:lnSpc>
                <a:spcPct val="100000"/>
              </a:lnSpc>
              <a:spcBef>
                <a:spcPts val="0"/>
              </a:spcBef>
              <a:spcAft>
                <a:spcPts val="0"/>
              </a:spcAft>
              <a:buSzPts val="1400"/>
              <a:buNone/>
              <a:defRPr b="1" sz="15000">
                <a:solidFill>
                  <a:schemeClr val="lt1"/>
                </a:solidFill>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67" name="Google Shape;67;p14"/>
          <p:cNvSpPr txBox="1"/>
          <p:nvPr>
            <p:ph idx="15" type="body"/>
          </p:nvPr>
        </p:nvSpPr>
        <p:spPr>
          <a:xfrm>
            <a:off x="14932961" y="5908547"/>
            <a:ext cx="2916442" cy="553998"/>
          </a:xfrm>
          <a:prstGeom prst="rect">
            <a:avLst/>
          </a:prstGeom>
          <a:noFill/>
          <a:ln>
            <a:noFill/>
          </a:ln>
        </p:spPr>
        <p:txBody>
          <a:bodyPr anchorCtr="0" anchor="t" bIns="0" lIns="0" spcFirstLastPara="1" rIns="0" wrap="square" tIns="0">
            <a:spAutoFit/>
          </a:bodyPr>
          <a:lstStyle>
            <a:lvl1pPr indent="-228600" lvl="0" marL="457200" algn="ctr">
              <a:lnSpc>
                <a:spcPct val="100000"/>
              </a:lnSpc>
              <a:spcBef>
                <a:spcPts val="0"/>
              </a:spcBef>
              <a:spcAft>
                <a:spcPts val="0"/>
              </a:spcAft>
              <a:buSzPts val="1400"/>
              <a:buNone/>
              <a:defRPr>
                <a:solidFill>
                  <a:schemeClr val="lt1"/>
                </a:solidFill>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68" name="Google Shape;68;p14"/>
          <p:cNvSpPr/>
          <p:nvPr/>
        </p:nvSpPr>
        <p:spPr>
          <a:xfrm>
            <a:off x="3579241" y="5730875"/>
            <a:ext cx="751840" cy="60325"/>
          </a:xfrm>
          <a:custGeom>
            <a:rect b="b" l="l" r="r" t="t"/>
            <a:pathLst>
              <a:path extrusionOk="0" h="60325" w="751839">
                <a:moveTo>
                  <a:pt x="751281" y="0"/>
                </a:moveTo>
                <a:lnTo>
                  <a:pt x="0" y="0"/>
                </a:lnTo>
                <a:lnTo>
                  <a:pt x="0" y="23914"/>
                </a:lnTo>
                <a:lnTo>
                  <a:pt x="0" y="36068"/>
                </a:lnTo>
                <a:lnTo>
                  <a:pt x="0" y="60096"/>
                </a:lnTo>
                <a:lnTo>
                  <a:pt x="751281" y="60096"/>
                </a:lnTo>
                <a:lnTo>
                  <a:pt x="751281" y="36068"/>
                </a:lnTo>
                <a:lnTo>
                  <a:pt x="751281" y="23914"/>
                </a:lnTo>
                <a:lnTo>
                  <a:pt x="751281" y="0"/>
                </a:lnTo>
                <a:close/>
              </a:path>
            </a:pathLst>
          </a:custGeom>
          <a:solidFill>
            <a:srgbClr val="FEB6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9" name="Google Shape;69;p14"/>
          <p:cNvSpPr/>
          <p:nvPr/>
        </p:nvSpPr>
        <p:spPr>
          <a:xfrm>
            <a:off x="7667696" y="5730875"/>
            <a:ext cx="751840" cy="60325"/>
          </a:xfrm>
          <a:custGeom>
            <a:rect b="b" l="l" r="r" t="t"/>
            <a:pathLst>
              <a:path extrusionOk="0" h="60325" w="751839">
                <a:moveTo>
                  <a:pt x="751281" y="0"/>
                </a:moveTo>
                <a:lnTo>
                  <a:pt x="0" y="0"/>
                </a:lnTo>
                <a:lnTo>
                  <a:pt x="0" y="23914"/>
                </a:lnTo>
                <a:lnTo>
                  <a:pt x="0" y="36068"/>
                </a:lnTo>
                <a:lnTo>
                  <a:pt x="0" y="60096"/>
                </a:lnTo>
                <a:lnTo>
                  <a:pt x="751281" y="60096"/>
                </a:lnTo>
                <a:lnTo>
                  <a:pt x="751281" y="36068"/>
                </a:lnTo>
                <a:lnTo>
                  <a:pt x="751281" y="23914"/>
                </a:lnTo>
                <a:lnTo>
                  <a:pt x="751281" y="0"/>
                </a:lnTo>
                <a:close/>
              </a:path>
            </a:pathLst>
          </a:custGeom>
          <a:solidFill>
            <a:srgbClr val="FEB6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0" name="Google Shape;70;p14"/>
          <p:cNvSpPr/>
          <p:nvPr/>
        </p:nvSpPr>
        <p:spPr>
          <a:xfrm>
            <a:off x="15995650" y="5730875"/>
            <a:ext cx="751840" cy="60325"/>
          </a:xfrm>
          <a:custGeom>
            <a:rect b="b" l="l" r="r" t="t"/>
            <a:pathLst>
              <a:path extrusionOk="0" h="60325" w="751839">
                <a:moveTo>
                  <a:pt x="751281" y="0"/>
                </a:moveTo>
                <a:lnTo>
                  <a:pt x="0" y="0"/>
                </a:lnTo>
                <a:lnTo>
                  <a:pt x="0" y="23914"/>
                </a:lnTo>
                <a:lnTo>
                  <a:pt x="0" y="36068"/>
                </a:lnTo>
                <a:lnTo>
                  <a:pt x="0" y="60096"/>
                </a:lnTo>
                <a:lnTo>
                  <a:pt x="751281" y="60096"/>
                </a:lnTo>
                <a:lnTo>
                  <a:pt x="751281" y="36068"/>
                </a:lnTo>
                <a:lnTo>
                  <a:pt x="751281" y="23914"/>
                </a:lnTo>
                <a:lnTo>
                  <a:pt x="751281" y="0"/>
                </a:lnTo>
                <a:close/>
              </a:path>
            </a:pathLst>
          </a:custGeom>
          <a:solidFill>
            <a:srgbClr val="FEB6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1" name="Google Shape;71;p14"/>
          <p:cNvSpPr/>
          <p:nvPr/>
        </p:nvSpPr>
        <p:spPr>
          <a:xfrm>
            <a:off x="11728450" y="5719885"/>
            <a:ext cx="751840" cy="60325"/>
          </a:xfrm>
          <a:custGeom>
            <a:rect b="b" l="l" r="r" t="t"/>
            <a:pathLst>
              <a:path extrusionOk="0" h="60325" w="751839">
                <a:moveTo>
                  <a:pt x="751281" y="0"/>
                </a:moveTo>
                <a:lnTo>
                  <a:pt x="0" y="0"/>
                </a:lnTo>
                <a:lnTo>
                  <a:pt x="0" y="23914"/>
                </a:lnTo>
                <a:lnTo>
                  <a:pt x="0" y="36068"/>
                </a:lnTo>
                <a:lnTo>
                  <a:pt x="0" y="60096"/>
                </a:lnTo>
                <a:lnTo>
                  <a:pt x="751281" y="60096"/>
                </a:lnTo>
                <a:lnTo>
                  <a:pt x="751281" y="36068"/>
                </a:lnTo>
                <a:lnTo>
                  <a:pt x="751281" y="23914"/>
                </a:lnTo>
                <a:lnTo>
                  <a:pt x="751281" y="0"/>
                </a:lnTo>
                <a:close/>
              </a:path>
            </a:pathLst>
          </a:custGeom>
          <a:solidFill>
            <a:schemeClr val="dk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nvGrpSpPr>
          <p:cNvPr id="72" name="Google Shape;72;p14"/>
          <p:cNvGrpSpPr/>
          <p:nvPr/>
        </p:nvGrpSpPr>
        <p:grpSpPr>
          <a:xfrm>
            <a:off x="11728450" y="10226675"/>
            <a:ext cx="7874883" cy="697591"/>
            <a:chOff x="6622225" y="6259219"/>
            <a:chExt cx="5372103" cy="475884"/>
          </a:xfrm>
        </p:grpSpPr>
        <p:grpSp>
          <p:nvGrpSpPr>
            <p:cNvPr id="73" name="Google Shape;73;p14"/>
            <p:cNvGrpSpPr/>
            <p:nvPr/>
          </p:nvGrpSpPr>
          <p:grpSpPr>
            <a:xfrm>
              <a:off x="6622225" y="6411950"/>
              <a:ext cx="2602283" cy="224429"/>
              <a:chOff x="8592670" y="10723202"/>
              <a:chExt cx="3894979" cy="335915"/>
            </a:xfrm>
          </p:grpSpPr>
          <p:sp>
            <p:nvSpPr>
              <p:cNvPr id="74" name="Google Shape;74;p14"/>
              <p:cNvSpPr/>
              <p:nvPr/>
            </p:nvSpPr>
            <p:spPr>
              <a:xfrm>
                <a:off x="8592670" y="10723202"/>
                <a:ext cx="335915" cy="335915"/>
              </a:xfrm>
              <a:custGeom>
                <a:rect b="b" l="l" r="r" t="t"/>
                <a:pathLst>
                  <a:path extrusionOk="0" h="335915" w="335915">
                    <a:moveTo>
                      <a:pt x="335591" y="0"/>
                    </a:moveTo>
                    <a:lnTo>
                      <a:pt x="0" y="0"/>
                    </a:lnTo>
                    <a:lnTo>
                      <a:pt x="0" y="335602"/>
                    </a:lnTo>
                    <a:lnTo>
                      <a:pt x="335591" y="335602"/>
                    </a:lnTo>
                    <a:lnTo>
                      <a:pt x="335591" y="0"/>
                    </a:lnTo>
                    <a:close/>
                  </a:path>
                </a:pathLst>
              </a:custGeom>
              <a:solidFill>
                <a:srgbClr val="7B408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75" name="Google Shape;75;p14"/>
              <p:cNvSpPr/>
              <p:nvPr/>
            </p:nvSpPr>
            <p:spPr>
              <a:xfrm>
                <a:off x="9037546" y="10723202"/>
                <a:ext cx="335915" cy="335915"/>
              </a:xfrm>
              <a:custGeom>
                <a:rect b="b" l="l" r="r" t="t"/>
                <a:pathLst>
                  <a:path extrusionOk="0" h="335915" w="335915">
                    <a:moveTo>
                      <a:pt x="335602" y="0"/>
                    </a:moveTo>
                    <a:lnTo>
                      <a:pt x="0" y="0"/>
                    </a:lnTo>
                    <a:lnTo>
                      <a:pt x="0" y="335602"/>
                    </a:lnTo>
                    <a:lnTo>
                      <a:pt x="335602" y="335602"/>
                    </a:lnTo>
                    <a:lnTo>
                      <a:pt x="335602" y="0"/>
                    </a:lnTo>
                    <a:close/>
                  </a:path>
                </a:pathLst>
              </a:custGeom>
              <a:solidFill>
                <a:srgbClr val="D6843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76" name="Google Shape;76;p14"/>
              <p:cNvSpPr/>
              <p:nvPr/>
            </p:nvSpPr>
            <p:spPr>
              <a:xfrm>
                <a:off x="9482433" y="10723202"/>
                <a:ext cx="335915" cy="335915"/>
              </a:xfrm>
              <a:custGeom>
                <a:rect b="b" l="l" r="r" t="t"/>
                <a:pathLst>
                  <a:path extrusionOk="0" h="335915" w="335915">
                    <a:moveTo>
                      <a:pt x="335602" y="0"/>
                    </a:moveTo>
                    <a:lnTo>
                      <a:pt x="0" y="0"/>
                    </a:lnTo>
                    <a:lnTo>
                      <a:pt x="0" y="335602"/>
                    </a:lnTo>
                    <a:lnTo>
                      <a:pt x="335602" y="335602"/>
                    </a:lnTo>
                    <a:lnTo>
                      <a:pt x="335602" y="0"/>
                    </a:lnTo>
                    <a:close/>
                  </a:path>
                </a:pathLst>
              </a:custGeom>
              <a:solidFill>
                <a:srgbClr val="BD094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77" name="Google Shape;77;p14"/>
              <p:cNvSpPr/>
              <p:nvPr/>
            </p:nvSpPr>
            <p:spPr>
              <a:xfrm>
                <a:off x="9927320" y="10723202"/>
                <a:ext cx="335915" cy="335915"/>
              </a:xfrm>
              <a:custGeom>
                <a:rect b="b" l="l" r="r" t="t"/>
                <a:pathLst>
                  <a:path extrusionOk="0" h="335915" w="335915">
                    <a:moveTo>
                      <a:pt x="335602" y="0"/>
                    </a:moveTo>
                    <a:lnTo>
                      <a:pt x="0" y="0"/>
                    </a:lnTo>
                    <a:lnTo>
                      <a:pt x="0" y="335602"/>
                    </a:lnTo>
                    <a:lnTo>
                      <a:pt x="335602" y="335602"/>
                    </a:lnTo>
                    <a:lnTo>
                      <a:pt x="335602" y="0"/>
                    </a:lnTo>
                    <a:close/>
                  </a:path>
                </a:pathLst>
              </a:custGeom>
              <a:solidFill>
                <a:srgbClr val="BAC52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78" name="Google Shape;78;p14"/>
              <p:cNvSpPr/>
              <p:nvPr/>
            </p:nvSpPr>
            <p:spPr>
              <a:xfrm>
                <a:off x="10372207" y="10723202"/>
                <a:ext cx="335915" cy="335915"/>
              </a:xfrm>
              <a:custGeom>
                <a:rect b="b" l="l" r="r" t="t"/>
                <a:pathLst>
                  <a:path extrusionOk="0" h="335915" w="335915">
                    <a:moveTo>
                      <a:pt x="335591" y="0"/>
                    </a:moveTo>
                    <a:lnTo>
                      <a:pt x="0" y="0"/>
                    </a:lnTo>
                    <a:lnTo>
                      <a:pt x="0" y="335602"/>
                    </a:lnTo>
                    <a:lnTo>
                      <a:pt x="335591" y="335602"/>
                    </a:lnTo>
                    <a:lnTo>
                      <a:pt x="335591" y="0"/>
                    </a:lnTo>
                    <a:close/>
                  </a:path>
                </a:pathLst>
              </a:custGeom>
              <a:solidFill>
                <a:srgbClr val="92929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79" name="Google Shape;79;p14"/>
              <p:cNvSpPr/>
              <p:nvPr/>
            </p:nvSpPr>
            <p:spPr>
              <a:xfrm>
                <a:off x="10817084" y="10723202"/>
                <a:ext cx="335915" cy="335915"/>
              </a:xfrm>
              <a:custGeom>
                <a:rect b="b" l="l" r="r" t="t"/>
                <a:pathLst>
                  <a:path extrusionOk="0" h="335915" w="335915">
                    <a:moveTo>
                      <a:pt x="335602" y="0"/>
                    </a:moveTo>
                    <a:lnTo>
                      <a:pt x="0" y="0"/>
                    </a:lnTo>
                    <a:lnTo>
                      <a:pt x="0" y="335602"/>
                    </a:lnTo>
                    <a:lnTo>
                      <a:pt x="335602" y="335602"/>
                    </a:lnTo>
                    <a:lnTo>
                      <a:pt x="335602" y="0"/>
                    </a:lnTo>
                    <a:close/>
                  </a:path>
                </a:pathLst>
              </a:custGeom>
              <a:solidFill>
                <a:srgbClr val="2C3E8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80" name="Google Shape;80;p14"/>
              <p:cNvSpPr/>
              <p:nvPr/>
            </p:nvSpPr>
            <p:spPr>
              <a:xfrm>
                <a:off x="11261981" y="10723202"/>
                <a:ext cx="335915" cy="335915"/>
              </a:xfrm>
              <a:custGeom>
                <a:rect b="b" l="l" r="r" t="t"/>
                <a:pathLst>
                  <a:path extrusionOk="0" h="335915" w="335915">
                    <a:moveTo>
                      <a:pt x="335591" y="0"/>
                    </a:moveTo>
                    <a:lnTo>
                      <a:pt x="0" y="0"/>
                    </a:lnTo>
                    <a:lnTo>
                      <a:pt x="0" y="335602"/>
                    </a:lnTo>
                    <a:lnTo>
                      <a:pt x="335591" y="335602"/>
                    </a:lnTo>
                    <a:lnTo>
                      <a:pt x="335591" y="0"/>
                    </a:lnTo>
                    <a:close/>
                  </a:path>
                </a:pathLst>
              </a:custGeom>
              <a:solidFill>
                <a:srgbClr val="2C9146"/>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81" name="Google Shape;81;p14"/>
              <p:cNvSpPr/>
              <p:nvPr/>
            </p:nvSpPr>
            <p:spPr>
              <a:xfrm>
                <a:off x="11706858" y="10723202"/>
                <a:ext cx="335915" cy="335915"/>
              </a:xfrm>
              <a:custGeom>
                <a:rect b="b" l="l" r="r" t="t"/>
                <a:pathLst>
                  <a:path extrusionOk="0" h="335915" w="335915">
                    <a:moveTo>
                      <a:pt x="335602" y="0"/>
                    </a:moveTo>
                    <a:lnTo>
                      <a:pt x="0" y="0"/>
                    </a:lnTo>
                    <a:lnTo>
                      <a:pt x="0" y="335602"/>
                    </a:lnTo>
                    <a:lnTo>
                      <a:pt x="335602" y="335602"/>
                    </a:lnTo>
                    <a:lnTo>
                      <a:pt x="335602" y="0"/>
                    </a:lnTo>
                    <a:close/>
                  </a:path>
                </a:pathLst>
              </a:custGeom>
              <a:solidFill>
                <a:srgbClr val="44A6B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82" name="Google Shape;82;p14"/>
              <p:cNvSpPr/>
              <p:nvPr/>
            </p:nvSpPr>
            <p:spPr>
              <a:xfrm>
                <a:off x="12151734" y="10723202"/>
                <a:ext cx="335915" cy="335915"/>
              </a:xfrm>
              <a:custGeom>
                <a:rect b="b" l="l" r="r" t="t"/>
                <a:pathLst>
                  <a:path extrusionOk="0" h="335915" w="335915">
                    <a:moveTo>
                      <a:pt x="335602" y="0"/>
                    </a:moveTo>
                    <a:lnTo>
                      <a:pt x="0" y="0"/>
                    </a:lnTo>
                    <a:lnTo>
                      <a:pt x="0" y="335602"/>
                    </a:lnTo>
                    <a:lnTo>
                      <a:pt x="335602" y="335602"/>
                    </a:lnTo>
                    <a:lnTo>
                      <a:pt x="335602" y="0"/>
                    </a:lnTo>
                    <a:close/>
                  </a:path>
                </a:pathLst>
              </a:custGeom>
              <a:solidFill>
                <a:srgbClr val="35A4C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grpSp>
        <p:pic>
          <p:nvPicPr>
            <p:cNvPr id="83" name="Google Shape;83;p14"/>
            <p:cNvPicPr preferRelativeResize="0"/>
            <p:nvPr/>
          </p:nvPicPr>
          <p:blipFill rotWithShape="1">
            <a:blip r:embed="rId2">
              <a:alphaModFix/>
            </a:blip>
            <a:srcRect b="0" l="0" r="0" t="0"/>
            <a:stretch/>
          </p:blipFill>
          <p:spPr>
            <a:xfrm>
              <a:off x="9435812" y="6259219"/>
              <a:ext cx="2558516" cy="475884"/>
            </a:xfrm>
            <a:prstGeom prst="rect">
              <a:avLst/>
            </a:prstGeom>
            <a:noFill/>
            <a:ln>
              <a:noFill/>
            </a:ln>
          </p:spPr>
        </p:pic>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84" name="Shape 84"/>
        <p:cNvGrpSpPr/>
        <p:nvPr/>
      </p:nvGrpSpPr>
      <p:grpSpPr>
        <a:xfrm>
          <a:off x="0" y="0"/>
          <a:ext cx="0" cy="0"/>
          <a:chOff x="0" y="0"/>
          <a:chExt cx="0" cy="0"/>
        </a:xfrm>
      </p:grpSpPr>
      <p:pic>
        <p:nvPicPr>
          <p:cNvPr id="85" name="Google Shape;85;p16"/>
          <p:cNvPicPr preferRelativeResize="0"/>
          <p:nvPr/>
        </p:nvPicPr>
        <p:blipFill rotWithShape="1">
          <a:blip r:embed="rId2">
            <a:alphaModFix/>
          </a:blip>
          <a:srcRect b="17230" l="0" r="0" t="23778"/>
          <a:stretch/>
        </p:blipFill>
        <p:spPr>
          <a:xfrm>
            <a:off x="-16927" y="-6290"/>
            <a:ext cx="20104100" cy="7412183"/>
          </a:xfrm>
          <a:prstGeom prst="rect">
            <a:avLst/>
          </a:prstGeom>
          <a:noFill/>
          <a:ln>
            <a:noFill/>
          </a:ln>
        </p:spPr>
      </p:pic>
      <p:grpSp>
        <p:nvGrpSpPr>
          <p:cNvPr id="86" name="Google Shape;86;p16"/>
          <p:cNvGrpSpPr/>
          <p:nvPr/>
        </p:nvGrpSpPr>
        <p:grpSpPr>
          <a:xfrm>
            <a:off x="1278903" y="7528560"/>
            <a:ext cx="3894979" cy="335915"/>
            <a:chOff x="8592670" y="10723202"/>
            <a:chExt cx="3894979" cy="335915"/>
          </a:xfrm>
        </p:grpSpPr>
        <p:sp>
          <p:nvSpPr>
            <p:cNvPr id="87" name="Google Shape;87;p16"/>
            <p:cNvSpPr/>
            <p:nvPr/>
          </p:nvSpPr>
          <p:spPr>
            <a:xfrm>
              <a:off x="8592670" y="10723202"/>
              <a:ext cx="335915" cy="335915"/>
            </a:xfrm>
            <a:custGeom>
              <a:rect b="b" l="l" r="r" t="t"/>
              <a:pathLst>
                <a:path extrusionOk="0" h="335915" w="335915">
                  <a:moveTo>
                    <a:pt x="335591" y="0"/>
                  </a:moveTo>
                  <a:lnTo>
                    <a:pt x="0" y="0"/>
                  </a:lnTo>
                  <a:lnTo>
                    <a:pt x="0" y="335602"/>
                  </a:lnTo>
                  <a:lnTo>
                    <a:pt x="335591" y="335602"/>
                  </a:lnTo>
                  <a:lnTo>
                    <a:pt x="335591" y="0"/>
                  </a:lnTo>
                  <a:close/>
                </a:path>
              </a:pathLst>
            </a:custGeom>
            <a:solidFill>
              <a:srgbClr val="7B408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8" name="Google Shape;88;p16"/>
            <p:cNvSpPr/>
            <p:nvPr/>
          </p:nvSpPr>
          <p:spPr>
            <a:xfrm>
              <a:off x="9037546" y="10723202"/>
              <a:ext cx="335915" cy="335915"/>
            </a:xfrm>
            <a:custGeom>
              <a:rect b="b" l="l" r="r" t="t"/>
              <a:pathLst>
                <a:path extrusionOk="0" h="335915" w="335915">
                  <a:moveTo>
                    <a:pt x="335602" y="0"/>
                  </a:moveTo>
                  <a:lnTo>
                    <a:pt x="0" y="0"/>
                  </a:lnTo>
                  <a:lnTo>
                    <a:pt x="0" y="335602"/>
                  </a:lnTo>
                  <a:lnTo>
                    <a:pt x="335602" y="335602"/>
                  </a:lnTo>
                  <a:lnTo>
                    <a:pt x="335602" y="0"/>
                  </a:lnTo>
                  <a:close/>
                </a:path>
              </a:pathLst>
            </a:custGeom>
            <a:solidFill>
              <a:srgbClr val="D6843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9" name="Google Shape;89;p16"/>
            <p:cNvSpPr/>
            <p:nvPr/>
          </p:nvSpPr>
          <p:spPr>
            <a:xfrm>
              <a:off x="9482433" y="10723202"/>
              <a:ext cx="335915" cy="335915"/>
            </a:xfrm>
            <a:custGeom>
              <a:rect b="b" l="l" r="r" t="t"/>
              <a:pathLst>
                <a:path extrusionOk="0" h="335915" w="335915">
                  <a:moveTo>
                    <a:pt x="335602" y="0"/>
                  </a:moveTo>
                  <a:lnTo>
                    <a:pt x="0" y="0"/>
                  </a:lnTo>
                  <a:lnTo>
                    <a:pt x="0" y="335602"/>
                  </a:lnTo>
                  <a:lnTo>
                    <a:pt x="335602" y="335602"/>
                  </a:lnTo>
                  <a:lnTo>
                    <a:pt x="335602" y="0"/>
                  </a:lnTo>
                  <a:close/>
                </a:path>
              </a:pathLst>
            </a:custGeom>
            <a:solidFill>
              <a:srgbClr val="BD094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0" name="Google Shape;90;p16"/>
            <p:cNvSpPr/>
            <p:nvPr/>
          </p:nvSpPr>
          <p:spPr>
            <a:xfrm>
              <a:off x="9927320" y="10723202"/>
              <a:ext cx="335915" cy="335915"/>
            </a:xfrm>
            <a:custGeom>
              <a:rect b="b" l="l" r="r" t="t"/>
              <a:pathLst>
                <a:path extrusionOk="0" h="335915" w="335915">
                  <a:moveTo>
                    <a:pt x="335602" y="0"/>
                  </a:moveTo>
                  <a:lnTo>
                    <a:pt x="0" y="0"/>
                  </a:lnTo>
                  <a:lnTo>
                    <a:pt x="0" y="335602"/>
                  </a:lnTo>
                  <a:lnTo>
                    <a:pt x="335602" y="335602"/>
                  </a:lnTo>
                  <a:lnTo>
                    <a:pt x="335602" y="0"/>
                  </a:lnTo>
                  <a:close/>
                </a:path>
              </a:pathLst>
            </a:custGeom>
            <a:solidFill>
              <a:srgbClr val="BAC52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1" name="Google Shape;91;p16"/>
            <p:cNvSpPr/>
            <p:nvPr/>
          </p:nvSpPr>
          <p:spPr>
            <a:xfrm>
              <a:off x="10372207" y="10723202"/>
              <a:ext cx="335915" cy="335915"/>
            </a:xfrm>
            <a:custGeom>
              <a:rect b="b" l="l" r="r" t="t"/>
              <a:pathLst>
                <a:path extrusionOk="0" h="335915" w="335915">
                  <a:moveTo>
                    <a:pt x="335591" y="0"/>
                  </a:moveTo>
                  <a:lnTo>
                    <a:pt x="0" y="0"/>
                  </a:lnTo>
                  <a:lnTo>
                    <a:pt x="0" y="335602"/>
                  </a:lnTo>
                  <a:lnTo>
                    <a:pt x="335591" y="335602"/>
                  </a:lnTo>
                  <a:lnTo>
                    <a:pt x="335591" y="0"/>
                  </a:lnTo>
                  <a:close/>
                </a:path>
              </a:pathLst>
            </a:custGeom>
            <a:solidFill>
              <a:srgbClr val="92929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2" name="Google Shape;92;p16"/>
            <p:cNvSpPr/>
            <p:nvPr/>
          </p:nvSpPr>
          <p:spPr>
            <a:xfrm>
              <a:off x="10817084" y="10723202"/>
              <a:ext cx="335915" cy="335915"/>
            </a:xfrm>
            <a:custGeom>
              <a:rect b="b" l="l" r="r" t="t"/>
              <a:pathLst>
                <a:path extrusionOk="0" h="335915" w="335915">
                  <a:moveTo>
                    <a:pt x="335602" y="0"/>
                  </a:moveTo>
                  <a:lnTo>
                    <a:pt x="0" y="0"/>
                  </a:lnTo>
                  <a:lnTo>
                    <a:pt x="0" y="335602"/>
                  </a:lnTo>
                  <a:lnTo>
                    <a:pt x="335602" y="335602"/>
                  </a:lnTo>
                  <a:lnTo>
                    <a:pt x="335602" y="0"/>
                  </a:lnTo>
                  <a:close/>
                </a:path>
              </a:pathLst>
            </a:custGeom>
            <a:solidFill>
              <a:srgbClr val="2C3E8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3" name="Google Shape;93;p16"/>
            <p:cNvSpPr/>
            <p:nvPr/>
          </p:nvSpPr>
          <p:spPr>
            <a:xfrm>
              <a:off x="11261981" y="10723202"/>
              <a:ext cx="335915" cy="335915"/>
            </a:xfrm>
            <a:custGeom>
              <a:rect b="b" l="l" r="r" t="t"/>
              <a:pathLst>
                <a:path extrusionOk="0" h="335915" w="335915">
                  <a:moveTo>
                    <a:pt x="335591" y="0"/>
                  </a:moveTo>
                  <a:lnTo>
                    <a:pt x="0" y="0"/>
                  </a:lnTo>
                  <a:lnTo>
                    <a:pt x="0" y="335602"/>
                  </a:lnTo>
                  <a:lnTo>
                    <a:pt x="335591" y="335602"/>
                  </a:lnTo>
                  <a:lnTo>
                    <a:pt x="335591" y="0"/>
                  </a:lnTo>
                  <a:close/>
                </a:path>
              </a:pathLst>
            </a:custGeom>
            <a:solidFill>
              <a:srgbClr val="2C9146"/>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4" name="Google Shape;94;p16"/>
            <p:cNvSpPr/>
            <p:nvPr/>
          </p:nvSpPr>
          <p:spPr>
            <a:xfrm>
              <a:off x="11706858" y="10723202"/>
              <a:ext cx="335915" cy="335915"/>
            </a:xfrm>
            <a:custGeom>
              <a:rect b="b" l="l" r="r" t="t"/>
              <a:pathLst>
                <a:path extrusionOk="0" h="335915" w="335915">
                  <a:moveTo>
                    <a:pt x="335602" y="0"/>
                  </a:moveTo>
                  <a:lnTo>
                    <a:pt x="0" y="0"/>
                  </a:lnTo>
                  <a:lnTo>
                    <a:pt x="0" y="335602"/>
                  </a:lnTo>
                  <a:lnTo>
                    <a:pt x="335602" y="335602"/>
                  </a:lnTo>
                  <a:lnTo>
                    <a:pt x="335602" y="0"/>
                  </a:lnTo>
                  <a:close/>
                </a:path>
              </a:pathLst>
            </a:custGeom>
            <a:solidFill>
              <a:srgbClr val="44A6B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5" name="Google Shape;95;p16"/>
            <p:cNvSpPr/>
            <p:nvPr/>
          </p:nvSpPr>
          <p:spPr>
            <a:xfrm>
              <a:off x="12151734" y="10723202"/>
              <a:ext cx="335915" cy="335915"/>
            </a:xfrm>
            <a:custGeom>
              <a:rect b="b" l="l" r="r" t="t"/>
              <a:pathLst>
                <a:path extrusionOk="0" h="335915" w="335915">
                  <a:moveTo>
                    <a:pt x="335602" y="0"/>
                  </a:moveTo>
                  <a:lnTo>
                    <a:pt x="0" y="0"/>
                  </a:lnTo>
                  <a:lnTo>
                    <a:pt x="0" y="335602"/>
                  </a:lnTo>
                  <a:lnTo>
                    <a:pt x="335602" y="335602"/>
                  </a:lnTo>
                  <a:lnTo>
                    <a:pt x="335602" y="0"/>
                  </a:lnTo>
                  <a:close/>
                </a:path>
              </a:pathLst>
            </a:custGeom>
            <a:solidFill>
              <a:srgbClr val="35A4C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96" name="Google Shape;96;p16"/>
          <p:cNvSpPr txBox="1"/>
          <p:nvPr>
            <p:ph type="title"/>
          </p:nvPr>
        </p:nvSpPr>
        <p:spPr>
          <a:xfrm>
            <a:off x="1321990" y="8235994"/>
            <a:ext cx="6048240" cy="2324921"/>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sz="5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cxnSp>
        <p:nvCxnSpPr>
          <p:cNvPr id="97" name="Google Shape;97;p16"/>
          <p:cNvCxnSpPr/>
          <p:nvPr/>
        </p:nvCxnSpPr>
        <p:spPr>
          <a:xfrm>
            <a:off x="7842250" y="7864475"/>
            <a:ext cx="0" cy="2696441"/>
          </a:xfrm>
          <a:prstGeom prst="straightConnector1">
            <a:avLst/>
          </a:prstGeom>
          <a:noFill/>
          <a:ln cap="flat" cmpd="sng" w="76200">
            <a:solidFill>
              <a:schemeClr val="dk1"/>
            </a:solidFill>
            <a:prstDash val="solid"/>
            <a:round/>
            <a:headEnd len="sm" w="sm" type="none"/>
            <a:tailEnd len="sm" w="sm" type="none"/>
          </a:ln>
        </p:spPr>
      </p:cxnSp>
      <p:sp>
        <p:nvSpPr>
          <p:cNvPr id="98" name="Google Shape;98;p16"/>
          <p:cNvSpPr txBox="1"/>
          <p:nvPr>
            <p:ph idx="1" type="body"/>
          </p:nvPr>
        </p:nvSpPr>
        <p:spPr>
          <a:xfrm>
            <a:off x="8314271" y="8170445"/>
            <a:ext cx="11193563" cy="190383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grpSp>
        <p:nvGrpSpPr>
          <p:cNvPr id="99" name="Google Shape;99;p16"/>
          <p:cNvGrpSpPr/>
          <p:nvPr/>
        </p:nvGrpSpPr>
        <p:grpSpPr>
          <a:xfrm>
            <a:off x="11728450" y="10226675"/>
            <a:ext cx="7874883" cy="697591"/>
            <a:chOff x="6622225" y="6259219"/>
            <a:chExt cx="5372103" cy="475884"/>
          </a:xfrm>
        </p:grpSpPr>
        <p:grpSp>
          <p:nvGrpSpPr>
            <p:cNvPr id="100" name="Google Shape;100;p16"/>
            <p:cNvGrpSpPr/>
            <p:nvPr/>
          </p:nvGrpSpPr>
          <p:grpSpPr>
            <a:xfrm>
              <a:off x="6622225" y="6411950"/>
              <a:ext cx="2602283" cy="224429"/>
              <a:chOff x="8592670" y="10723202"/>
              <a:chExt cx="3894979" cy="335915"/>
            </a:xfrm>
          </p:grpSpPr>
          <p:sp>
            <p:nvSpPr>
              <p:cNvPr id="101" name="Google Shape;101;p16"/>
              <p:cNvSpPr/>
              <p:nvPr/>
            </p:nvSpPr>
            <p:spPr>
              <a:xfrm>
                <a:off x="8592670" y="10723202"/>
                <a:ext cx="335915" cy="335915"/>
              </a:xfrm>
              <a:custGeom>
                <a:rect b="b" l="l" r="r" t="t"/>
                <a:pathLst>
                  <a:path extrusionOk="0" h="335915" w="335915">
                    <a:moveTo>
                      <a:pt x="335591" y="0"/>
                    </a:moveTo>
                    <a:lnTo>
                      <a:pt x="0" y="0"/>
                    </a:lnTo>
                    <a:lnTo>
                      <a:pt x="0" y="335602"/>
                    </a:lnTo>
                    <a:lnTo>
                      <a:pt x="335591" y="335602"/>
                    </a:lnTo>
                    <a:lnTo>
                      <a:pt x="335591" y="0"/>
                    </a:lnTo>
                    <a:close/>
                  </a:path>
                </a:pathLst>
              </a:custGeom>
              <a:solidFill>
                <a:srgbClr val="7B408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02" name="Google Shape;102;p16"/>
              <p:cNvSpPr/>
              <p:nvPr/>
            </p:nvSpPr>
            <p:spPr>
              <a:xfrm>
                <a:off x="9037546" y="10723202"/>
                <a:ext cx="335915" cy="335915"/>
              </a:xfrm>
              <a:custGeom>
                <a:rect b="b" l="l" r="r" t="t"/>
                <a:pathLst>
                  <a:path extrusionOk="0" h="335915" w="335915">
                    <a:moveTo>
                      <a:pt x="335602" y="0"/>
                    </a:moveTo>
                    <a:lnTo>
                      <a:pt x="0" y="0"/>
                    </a:lnTo>
                    <a:lnTo>
                      <a:pt x="0" y="335602"/>
                    </a:lnTo>
                    <a:lnTo>
                      <a:pt x="335602" y="335602"/>
                    </a:lnTo>
                    <a:lnTo>
                      <a:pt x="335602" y="0"/>
                    </a:lnTo>
                    <a:close/>
                  </a:path>
                </a:pathLst>
              </a:custGeom>
              <a:solidFill>
                <a:srgbClr val="D6843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03" name="Google Shape;103;p16"/>
              <p:cNvSpPr/>
              <p:nvPr/>
            </p:nvSpPr>
            <p:spPr>
              <a:xfrm>
                <a:off x="9482433" y="10723202"/>
                <a:ext cx="335915" cy="335915"/>
              </a:xfrm>
              <a:custGeom>
                <a:rect b="b" l="l" r="r" t="t"/>
                <a:pathLst>
                  <a:path extrusionOk="0" h="335915" w="335915">
                    <a:moveTo>
                      <a:pt x="335602" y="0"/>
                    </a:moveTo>
                    <a:lnTo>
                      <a:pt x="0" y="0"/>
                    </a:lnTo>
                    <a:lnTo>
                      <a:pt x="0" y="335602"/>
                    </a:lnTo>
                    <a:lnTo>
                      <a:pt x="335602" y="335602"/>
                    </a:lnTo>
                    <a:lnTo>
                      <a:pt x="335602" y="0"/>
                    </a:lnTo>
                    <a:close/>
                  </a:path>
                </a:pathLst>
              </a:custGeom>
              <a:solidFill>
                <a:srgbClr val="BD094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04" name="Google Shape;104;p16"/>
              <p:cNvSpPr/>
              <p:nvPr/>
            </p:nvSpPr>
            <p:spPr>
              <a:xfrm>
                <a:off x="9927320" y="10723202"/>
                <a:ext cx="335915" cy="335915"/>
              </a:xfrm>
              <a:custGeom>
                <a:rect b="b" l="l" r="r" t="t"/>
                <a:pathLst>
                  <a:path extrusionOk="0" h="335915" w="335915">
                    <a:moveTo>
                      <a:pt x="335602" y="0"/>
                    </a:moveTo>
                    <a:lnTo>
                      <a:pt x="0" y="0"/>
                    </a:lnTo>
                    <a:lnTo>
                      <a:pt x="0" y="335602"/>
                    </a:lnTo>
                    <a:lnTo>
                      <a:pt x="335602" y="335602"/>
                    </a:lnTo>
                    <a:lnTo>
                      <a:pt x="335602" y="0"/>
                    </a:lnTo>
                    <a:close/>
                  </a:path>
                </a:pathLst>
              </a:custGeom>
              <a:solidFill>
                <a:srgbClr val="BAC52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05" name="Google Shape;105;p16"/>
              <p:cNvSpPr/>
              <p:nvPr/>
            </p:nvSpPr>
            <p:spPr>
              <a:xfrm>
                <a:off x="10372207" y="10723202"/>
                <a:ext cx="335915" cy="335915"/>
              </a:xfrm>
              <a:custGeom>
                <a:rect b="b" l="l" r="r" t="t"/>
                <a:pathLst>
                  <a:path extrusionOk="0" h="335915" w="335915">
                    <a:moveTo>
                      <a:pt x="335591" y="0"/>
                    </a:moveTo>
                    <a:lnTo>
                      <a:pt x="0" y="0"/>
                    </a:lnTo>
                    <a:lnTo>
                      <a:pt x="0" y="335602"/>
                    </a:lnTo>
                    <a:lnTo>
                      <a:pt x="335591" y="335602"/>
                    </a:lnTo>
                    <a:lnTo>
                      <a:pt x="335591" y="0"/>
                    </a:lnTo>
                    <a:close/>
                  </a:path>
                </a:pathLst>
              </a:custGeom>
              <a:solidFill>
                <a:srgbClr val="92929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06" name="Google Shape;106;p16"/>
              <p:cNvSpPr/>
              <p:nvPr/>
            </p:nvSpPr>
            <p:spPr>
              <a:xfrm>
                <a:off x="10817084" y="10723202"/>
                <a:ext cx="335915" cy="335915"/>
              </a:xfrm>
              <a:custGeom>
                <a:rect b="b" l="l" r="r" t="t"/>
                <a:pathLst>
                  <a:path extrusionOk="0" h="335915" w="335915">
                    <a:moveTo>
                      <a:pt x="335602" y="0"/>
                    </a:moveTo>
                    <a:lnTo>
                      <a:pt x="0" y="0"/>
                    </a:lnTo>
                    <a:lnTo>
                      <a:pt x="0" y="335602"/>
                    </a:lnTo>
                    <a:lnTo>
                      <a:pt x="335602" y="335602"/>
                    </a:lnTo>
                    <a:lnTo>
                      <a:pt x="335602" y="0"/>
                    </a:lnTo>
                    <a:close/>
                  </a:path>
                </a:pathLst>
              </a:custGeom>
              <a:solidFill>
                <a:srgbClr val="2C3E8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07" name="Google Shape;107;p16"/>
              <p:cNvSpPr/>
              <p:nvPr/>
            </p:nvSpPr>
            <p:spPr>
              <a:xfrm>
                <a:off x="11261981" y="10723202"/>
                <a:ext cx="335915" cy="335915"/>
              </a:xfrm>
              <a:custGeom>
                <a:rect b="b" l="l" r="r" t="t"/>
                <a:pathLst>
                  <a:path extrusionOk="0" h="335915" w="335915">
                    <a:moveTo>
                      <a:pt x="335591" y="0"/>
                    </a:moveTo>
                    <a:lnTo>
                      <a:pt x="0" y="0"/>
                    </a:lnTo>
                    <a:lnTo>
                      <a:pt x="0" y="335602"/>
                    </a:lnTo>
                    <a:lnTo>
                      <a:pt x="335591" y="335602"/>
                    </a:lnTo>
                    <a:lnTo>
                      <a:pt x="335591" y="0"/>
                    </a:lnTo>
                    <a:close/>
                  </a:path>
                </a:pathLst>
              </a:custGeom>
              <a:solidFill>
                <a:srgbClr val="2C9146"/>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08" name="Google Shape;108;p16"/>
              <p:cNvSpPr/>
              <p:nvPr/>
            </p:nvSpPr>
            <p:spPr>
              <a:xfrm>
                <a:off x="11706858" y="10723202"/>
                <a:ext cx="335915" cy="335915"/>
              </a:xfrm>
              <a:custGeom>
                <a:rect b="b" l="l" r="r" t="t"/>
                <a:pathLst>
                  <a:path extrusionOk="0" h="335915" w="335915">
                    <a:moveTo>
                      <a:pt x="335602" y="0"/>
                    </a:moveTo>
                    <a:lnTo>
                      <a:pt x="0" y="0"/>
                    </a:lnTo>
                    <a:lnTo>
                      <a:pt x="0" y="335602"/>
                    </a:lnTo>
                    <a:lnTo>
                      <a:pt x="335602" y="335602"/>
                    </a:lnTo>
                    <a:lnTo>
                      <a:pt x="335602" y="0"/>
                    </a:lnTo>
                    <a:close/>
                  </a:path>
                </a:pathLst>
              </a:custGeom>
              <a:solidFill>
                <a:srgbClr val="44A6B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09" name="Google Shape;109;p16"/>
              <p:cNvSpPr/>
              <p:nvPr/>
            </p:nvSpPr>
            <p:spPr>
              <a:xfrm>
                <a:off x="12151734" y="10723202"/>
                <a:ext cx="335915" cy="335915"/>
              </a:xfrm>
              <a:custGeom>
                <a:rect b="b" l="l" r="r" t="t"/>
                <a:pathLst>
                  <a:path extrusionOk="0" h="335915" w="335915">
                    <a:moveTo>
                      <a:pt x="335602" y="0"/>
                    </a:moveTo>
                    <a:lnTo>
                      <a:pt x="0" y="0"/>
                    </a:lnTo>
                    <a:lnTo>
                      <a:pt x="0" y="335602"/>
                    </a:lnTo>
                    <a:lnTo>
                      <a:pt x="335602" y="335602"/>
                    </a:lnTo>
                    <a:lnTo>
                      <a:pt x="335602" y="0"/>
                    </a:lnTo>
                    <a:close/>
                  </a:path>
                </a:pathLst>
              </a:custGeom>
              <a:solidFill>
                <a:srgbClr val="35A4C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grpSp>
        <p:pic>
          <p:nvPicPr>
            <p:cNvPr id="110" name="Google Shape;110;p16"/>
            <p:cNvPicPr preferRelativeResize="0"/>
            <p:nvPr/>
          </p:nvPicPr>
          <p:blipFill rotWithShape="1">
            <a:blip r:embed="rId3">
              <a:alphaModFix/>
            </a:blip>
            <a:srcRect b="0" l="0" r="0" t="0"/>
            <a:stretch/>
          </p:blipFill>
          <p:spPr>
            <a:xfrm>
              <a:off x="9435812" y="6259219"/>
              <a:ext cx="2558516" cy="475884"/>
            </a:xfrm>
            <a:prstGeom prst="rect">
              <a:avLst/>
            </a:prstGeom>
            <a:noFill/>
            <a:ln>
              <a:noFill/>
            </a:ln>
          </p:spPr>
        </p:pic>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111" name="Shape 111"/>
        <p:cNvGrpSpPr/>
        <p:nvPr/>
      </p:nvGrpSpPr>
      <p:grpSpPr>
        <a:xfrm>
          <a:off x="0" y="0"/>
          <a:ext cx="0" cy="0"/>
          <a:chOff x="0" y="0"/>
          <a:chExt cx="0" cy="0"/>
        </a:xfrm>
      </p:grpSpPr>
      <p:pic>
        <p:nvPicPr>
          <p:cNvPr id="112" name="Google Shape;112;p17"/>
          <p:cNvPicPr preferRelativeResize="0"/>
          <p:nvPr/>
        </p:nvPicPr>
        <p:blipFill rotWithShape="1">
          <a:blip r:embed="rId2">
            <a:alphaModFix/>
          </a:blip>
          <a:srcRect b="20538" l="0" r="0" t="24342"/>
          <a:stretch/>
        </p:blipFill>
        <p:spPr>
          <a:xfrm>
            <a:off x="-6351" y="8332"/>
            <a:ext cx="20110451" cy="7391399"/>
          </a:xfrm>
          <a:prstGeom prst="rect">
            <a:avLst/>
          </a:prstGeom>
          <a:noFill/>
          <a:ln>
            <a:noFill/>
          </a:ln>
        </p:spPr>
      </p:pic>
      <p:grpSp>
        <p:nvGrpSpPr>
          <p:cNvPr id="113" name="Google Shape;113;p17"/>
          <p:cNvGrpSpPr/>
          <p:nvPr/>
        </p:nvGrpSpPr>
        <p:grpSpPr>
          <a:xfrm>
            <a:off x="1278903" y="7528560"/>
            <a:ext cx="3894979" cy="335915"/>
            <a:chOff x="8592670" y="10723202"/>
            <a:chExt cx="3894979" cy="335915"/>
          </a:xfrm>
        </p:grpSpPr>
        <p:sp>
          <p:nvSpPr>
            <p:cNvPr id="114" name="Google Shape;114;p17"/>
            <p:cNvSpPr/>
            <p:nvPr/>
          </p:nvSpPr>
          <p:spPr>
            <a:xfrm>
              <a:off x="8592670" y="10723202"/>
              <a:ext cx="335915" cy="335915"/>
            </a:xfrm>
            <a:custGeom>
              <a:rect b="b" l="l" r="r" t="t"/>
              <a:pathLst>
                <a:path extrusionOk="0" h="335915" w="335915">
                  <a:moveTo>
                    <a:pt x="335591" y="0"/>
                  </a:moveTo>
                  <a:lnTo>
                    <a:pt x="0" y="0"/>
                  </a:lnTo>
                  <a:lnTo>
                    <a:pt x="0" y="335602"/>
                  </a:lnTo>
                  <a:lnTo>
                    <a:pt x="335591" y="335602"/>
                  </a:lnTo>
                  <a:lnTo>
                    <a:pt x="335591" y="0"/>
                  </a:lnTo>
                  <a:close/>
                </a:path>
              </a:pathLst>
            </a:custGeom>
            <a:solidFill>
              <a:srgbClr val="7B408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5" name="Google Shape;115;p17"/>
            <p:cNvSpPr/>
            <p:nvPr/>
          </p:nvSpPr>
          <p:spPr>
            <a:xfrm>
              <a:off x="9037546" y="10723202"/>
              <a:ext cx="335915" cy="335915"/>
            </a:xfrm>
            <a:custGeom>
              <a:rect b="b" l="l" r="r" t="t"/>
              <a:pathLst>
                <a:path extrusionOk="0" h="335915" w="335915">
                  <a:moveTo>
                    <a:pt x="335602" y="0"/>
                  </a:moveTo>
                  <a:lnTo>
                    <a:pt x="0" y="0"/>
                  </a:lnTo>
                  <a:lnTo>
                    <a:pt x="0" y="335602"/>
                  </a:lnTo>
                  <a:lnTo>
                    <a:pt x="335602" y="335602"/>
                  </a:lnTo>
                  <a:lnTo>
                    <a:pt x="335602" y="0"/>
                  </a:lnTo>
                  <a:close/>
                </a:path>
              </a:pathLst>
            </a:custGeom>
            <a:solidFill>
              <a:srgbClr val="D6843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6" name="Google Shape;116;p17"/>
            <p:cNvSpPr/>
            <p:nvPr/>
          </p:nvSpPr>
          <p:spPr>
            <a:xfrm>
              <a:off x="9482433" y="10723202"/>
              <a:ext cx="335915" cy="335915"/>
            </a:xfrm>
            <a:custGeom>
              <a:rect b="b" l="l" r="r" t="t"/>
              <a:pathLst>
                <a:path extrusionOk="0" h="335915" w="335915">
                  <a:moveTo>
                    <a:pt x="335602" y="0"/>
                  </a:moveTo>
                  <a:lnTo>
                    <a:pt x="0" y="0"/>
                  </a:lnTo>
                  <a:lnTo>
                    <a:pt x="0" y="335602"/>
                  </a:lnTo>
                  <a:lnTo>
                    <a:pt x="335602" y="335602"/>
                  </a:lnTo>
                  <a:lnTo>
                    <a:pt x="335602" y="0"/>
                  </a:lnTo>
                  <a:close/>
                </a:path>
              </a:pathLst>
            </a:custGeom>
            <a:solidFill>
              <a:srgbClr val="BD094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7" name="Google Shape;117;p17"/>
            <p:cNvSpPr/>
            <p:nvPr/>
          </p:nvSpPr>
          <p:spPr>
            <a:xfrm>
              <a:off x="9927320" y="10723202"/>
              <a:ext cx="335915" cy="335915"/>
            </a:xfrm>
            <a:custGeom>
              <a:rect b="b" l="l" r="r" t="t"/>
              <a:pathLst>
                <a:path extrusionOk="0" h="335915" w="335915">
                  <a:moveTo>
                    <a:pt x="335602" y="0"/>
                  </a:moveTo>
                  <a:lnTo>
                    <a:pt x="0" y="0"/>
                  </a:lnTo>
                  <a:lnTo>
                    <a:pt x="0" y="335602"/>
                  </a:lnTo>
                  <a:lnTo>
                    <a:pt x="335602" y="335602"/>
                  </a:lnTo>
                  <a:lnTo>
                    <a:pt x="335602" y="0"/>
                  </a:lnTo>
                  <a:close/>
                </a:path>
              </a:pathLst>
            </a:custGeom>
            <a:solidFill>
              <a:srgbClr val="BAC52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8" name="Google Shape;118;p17"/>
            <p:cNvSpPr/>
            <p:nvPr/>
          </p:nvSpPr>
          <p:spPr>
            <a:xfrm>
              <a:off x="10372207" y="10723202"/>
              <a:ext cx="335915" cy="335915"/>
            </a:xfrm>
            <a:custGeom>
              <a:rect b="b" l="l" r="r" t="t"/>
              <a:pathLst>
                <a:path extrusionOk="0" h="335915" w="335915">
                  <a:moveTo>
                    <a:pt x="335591" y="0"/>
                  </a:moveTo>
                  <a:lnTo>
                    <a:pt x="0" y="0"/>
                  </a:lnTo>
                  <a:lnTo>
                    <a:pt x="0" y="335602"/>
                  </a:lnTo>
                  <a:lnTo>
                    <a:pt x="335591" y="335602"/>
                  </a:lnTo>
                  <a:lnTo>
                    <a:pt x="335591" y="0"/>
                  </a:lnTo>
                  <a:close/>
                </a:path>
              </a:pathLst>
            </a:custGeom>
            <a:solidFill>
              <a:srgbClr val="92929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9" name="Google Shape;119;p17"/>
            <p:cNvSpPr/>
            <p:nvPr/>
          </p:nvSpPr>
          <p:spPr>
            <a:xfrm>
              <a:off x="10817084" y="10723202"/>
              <a:ext cx="335915" cy="335915"/>
            </a:xfrm>
            <a:custGeom>
              <a:rect b="b" l="l" r="r" t="t"/>
              <a:pathLst>
                <a:path extrusionOk="0" h="335915" w="335915">
                  <a:moveTo>
                    <a:pt x="335602" y="0"/>
                  </a:moveTo>
                  <a:lnTo>
                    <a:pt x="0" y="0"/>
                  </a:lnTo>
                  <a:lnTo>
                    <a:pt x="0" y="335602"/>
                  </a:lnTo>
                  <a:lnTo>
                    <a:pt x="335602" y="335602"/>
                  </a:lnTo>
                  <a:lnTo>
                    <a:pt x="335602" y="0"/>
                  </a:lnTo>
                  <a:close/>
                </a:path>
              </a:pathLst>
            </a:custGeom>
            <a:solidFill>
              <a:srgbClr val="2C3E8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0" name="Google Shape;120;p17"/>
            <p:cNvSpPr/>
            <p:nvPr/>
          </p:nvSpPr>
          <p:spPr>
            <a:xfrm>
              <a:off x="11261981" y="10723202"/>
              <a:ext cx="335915" cy="335915"/>
            </a:xfrm>
            <a:custGeom>
              <a:rect b="b" l="l" r="r" t="t"/>
              <a:pathLst>
                <a:path extrusionOk="0" h="335915" w="335915">
                  <a:moveTo>
                    <a:pt x="335591" y="0"/>
                  </a:moveTo>
                  <a:lnTo>
                    <a:pt x="0" y="0"/>
                  </a:lnTo>
                  <a:lnTo>
                    <a:pt x="0" y="335602"/>
                  </a:lnTo>
                  <a:lnTo>
                    <a:pt x="335591" y="335602"/>
                  </a:lnTo>
                  <a:lnTo>
                    <a:pt x="335591" y="0"/>
                  </a:lnTo>
                  <a:close/>
                </a:path>
              </a:pathLst>
            </a:custGeom>
            <a:solidFill>
              <a:srgbClr val="2C9146"/>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1" name="Google Shape;121;p17"/>
            <p:cNvSpPr/>
            <p:nvPr/>
          </p:nvSpPr>
          <p:spPr>
            <a:xfrm>
              <a:off x="11706858" y="10723202"/>
              <a:ext cx="335915" cy="335915"/>
            </a:xfrm>
            <a:custGeom>
              <a:rect b="b" l="l" r="r" t="t"/>
              <a:pathLst>
                <a:path extrusionOk="0" h="335915" w="335915">
                  <a:moveTo>
                    <a:pt x="335602" y="0"/>
                  </a:moveTo>
                  <a:lnTo>
                    <a:pt x="0" y="0"/>
                  </a:lnTo>
                  <a:lnTo>
                    <a:pt x="0" y="335602"/>
                  </a:lnTo>
                  <a:lnTo>
                    <a:pt x="335602" y="335602"/>
                  </a:lnTo>
                  <a:lnTo>
                    <a:pt x="335602" y="0"/>
                  </a:lnTo>
                  <a:close/>
                </a:path>
              </a:pathLst>
            </a:custGeom>
            <a:solidFill>
              <a:srgbClr val="44A6B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2" name="Google Shape;122;p17"/>
            <p:cNvSpPr/>
            <p:nvPr/>
          </p:nvSpPr>
          <p:spPr>
            <a:xfrm>
              <a:off x="12151734" y="10723202"/>
              <a:ext cx="335915" cy="335915"/>
            </a:xfrm>
            <a:custGeom>
              <a:rect b="b" l="l" r="r" t="t"/>
              <a:pathLst>
                <a:path extrusionOk="0" h="335915" w="335915">
                  <a:moveTo>
                    <a:pt x="335602" y="0"/>
                  </a:moveTo>
                  <a:lnTo>
                    <a:pt x="0" y="0"/>
                  </a:lnTo>
                  <a:lnTo>
                    <a:pt x="0" y="335602"/>
                  </a:lnTo>
                  <a:lnTo>
                    <a:pt x="335602" y="335602"/>
                  </a:lnTo>
                  <a:lnTo>
                    <a:pt x="335602" y="0"/>
                  </a:lnTo>
                  <a:close/>
                </a:path>
              </a:pathLst>
            </a:custGeom>
            <a:solidFill>
              <a:srgbClr val="35A4C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23" name="Google Shape;123;p17"/>
          <p:cNvSpPr txBox="1"/>
          <p:nvPr>
            <p:ph type="title"/>
          </p:nvPr>
        </p:nvSpPr>
        <p:spPr>
          <a:xfrm>
            <a:off x="1321990" y="8235994"/>
            <a:ext cx="6048240" cy="2324921"/>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sz="5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cxnSp>
        <p:nvCxnSpPr>
          <p:cNvPr id="124" name="Google Shape;124;p17"/>
          <p:cNvCxnSpPr/>
          <p:nvPr/>
        </p:nvCxnSpPr>
        <p:spPr>
          <a:xfrm>
            <a:off x="7842250" y="7864475"/>
            <a:ext cx="0" cy="2696441"/>
          </a:xfrm>
          <a:prstGeom prst="straightConnector1">
            <a:avLst/>
          </a:prstGeom>
          <a:noFill/>
          <a:ln cap="flat" cmpd="sng" w="76200">
            <a:solidFill>
              <a:schemeClr val="dk1"/>
            </a:solidFill>
            <a:prstDash val="solid"/>
            <a:round/>
            <a:headEnd len="sm" w="sm" type="none"/>
            <a:tailEnd len="sm" w="sm" type="none"/>
          </a:ln>
        </p:spPr>
      </p:cxnSp>
      <p:sp>
        <p:nvSpPr>
          <p:cNvPr id="125" name="Google Shape;125;p17"/>
          <p:cNvSpPr txBox="1"/>
          <p:nvPr>
            <p:ph idx="1" type="body"/>
          </p:nvPr>
        </p:nvSpPr>
        <p:spPr>
          <a:xfrm>
            <a:off x="8314271" y="8170445"/>
            <a:ext cx="11193563" cy="190383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grpSp>
        <p:nvGrpSpPr>
          <p:cNvPr id="126" name="Google Shape;126;p17"/>
          <p:cNvGrpSpPr/>
          <p:nvPr/>
        </p:nvGrpSpPr>
        <p:grpSpPr>
          <a:xfrm>
            <a:off x="11728450" y="10226675"/>
            <a:ext cx="7874883" cy="697591"/>
            <a:chOff x="6622225" y="6259219"/>
            <a:chExt cx="5372103" cy="475884"/>
          </a:xfrm>
        </p:grpSpPr>
        <p:grpSp>
          <p:nvGrpSpPr>
            <p:cNvPr id="127" name="Google Shape;127;p17"/>
            <p:cNvGrpSpPr/>
            <p:nvPr/>
          </p:nvGrpSpPr>
          <p:grpSpPr>
            <a:xfrm>
              <a:off x="6622225" y="6411950"/>
              <a:ext cx="2602283" cy="224429"/>
              <a:chOff x="8592670" y="10723202"/>
              <a:chExt cx="3894979" cy="335915"/>
            </a:xfrm>
          </p:grpSpPr>
          <p:sp>
            <p:nvSpPr>
              <p:cNvPr id="128" name="Google Shape;128;p17"/>
              <p:cNvSpPr/>
              <p:nvPr/>
            </p:nvSpPr>
            <p:spPr>
              <a:xfrm>
                <a:off x="8592670" y="10723202"/>
                <a:ext cx="335915" cy="335915"/>
              </a:xfrm>
              <a:custGeom>
                <a:rect b="b" l="l" r="r" t="t"/>
                <a:pathLst>
                  <a:path extrusionOk="0" h="335915" w="335915">
                    <a:moveTo>
                      <a:pt x="335591" y="0"/>
                    </a:moveTo>
                    <a:lnTo>
                      <a:pt x="0" y="0"/>
                    </a:lnTo>
                    <a:lnTo>
                      <a:pt x="0" y="335602"/>
                    </a:lnTo>
                    <a:lnTo>
                      <a:pt x="335591" y="335602"/>
                    </a:lnTo>
                    <a:lnTo>
                      <a:pt x="335591" y="0"/>
                    </a:lnTo>
                    <a:close/>
                  </a:path>
                </a:pathLst>
              </a:custGeom>
              <a:solidFill>
                <a:srgbClr val="7B408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29" name="Google Shape;129;p17"/>
              <p:cNvSpPr/>
              <p:nvPr/>
            </p:nvSpPr>
            <p:spPr>
              <a:xfrm>
                <a:off x="9037546" y="10723202"/>
                <a:ext cx="335915" cy="335915"/>
              </a:xfrm>
              <a:custGeom>
                <a:rect b="b" l="l" r="r" t="t"/>
                <a:pathLst>
                  <a:path extrusionOk="0" h="335915" w="335915">
                    <a:moveTo>
                      <a:pt x="335602" y="0"/>
                    </a:moveTo>
                    <a:lnTo>
                      <a:pt x="0" y="0"/>
                    </a:lnTo>
                    <a:lnTo>
                      <a:pt x="0" y="335602"/>
                    </a:lnTo>
                    <a:lnTo>
                      <a:pt x="335602" y="335602"/>
                    </a:lnTo>
                    <a:lnTo>
                      <a:pt x="335602" y="0"/>
                    </a:lnTo>
                    <a:close/>
                  </a:path>
                </a:pathLst>
              </a:custGeom>
              <a:solidFill>
                <a:srgbClr val="D6843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30" name="Google Shape;130;p17"/>
              <p:cNvSpPr/>
              <p:nvPr/>
            </p:nvSpPr>
            <p:spPr>
              <a:xfrm>
                <a:off x="9482433" y="10723202"/>
                <a:ext cx="335915" cy="335915"/>
              </a:xfrm>
              <a:custGeom>
                <a:rect b="b" l="l" r="r" t="t"/>
                <a:pathLst>
                  <a:path extrusionOk="0" h="335915" w="335915">
                    <a:moveTo>
                      <a:pt x="335602" y="0"/>
                    </a:moveTo>
                    <a:lnTo>
                      <a:pt x="0" y="0"/>
                    </a:lnTo>
                    <a:lnTo>
                      <a:pt x="0" y="335602"/>
                    </a:lnTo>
                    <a:lnTo>
                      <a:pt x="335602" y="335602"/>
                    </a:lnTo>
                    <a:lnTo>
                      <a:pt x="335602" y="0"/>
                    </a:lnTo>
                    <a:close/>
                  </a:path>
                </a:pathLst>
              </a:custGeom>
              <a:solidFill>
                <a:srgbClr val="BD094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31" name="Google Shape;131;p17"/>
              <p:cNvSpPr/>
              <p:nvPr/>
            </p:nvSpPr>
            <p:spPr>
              <a:xfrm>
                <a:off x="9927320" y="10723202"/>
                <a:ext cx="335915" cy="335915"/>
              </a:xfrm>
              <a:custGeom>
                <a:rect b="b" l="l" r="r" t="t"/>
                <a:pathLst>
                  <a:path extrusionOk="0" h="335915" w="335915">
                    <a:moveTo>
                      <a:pt x="335602" y="0"/>
                    </a:moveTo>
                    <a:lnTo>
                      <a:pt x="0" y="0"/>
                    </a:lnTo>
                    <a:lnTo>
                      <a:pt x="0" y="335602"/>
                    </a:lnTo>
                    <a:lnTo>
                      <a:pt x="335602" y="335602"/>
                    </a:lnTo>
                    <a:lnTo>
                      <a:pt x="335602" y="0"/>
                    </a:lnTo>
                    <a:close/>
                  </a:path>
                </a:pathLst>
              </a:custGeom>
              <a:solidFill>
                <a:srgbClr val="BAC52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32" name="Google Shape;132;p17"/>
              <p:cNvSpPr/>
              <p:nvPr/>
            </p:nvSpPr>
            <p:spPr>
              <a:xfrm>
                <a:off x="10372207" y="10723202"/>
                <a:ext cx="335915" cy="335915"/>
              </a:xfrm>
              <a:custGeom>
                <a:rect b="b" l="l" r="r" t="t"/>
                <a:pathLst>
                  <a:path extrusionOk="0" h="335915" w="335915">
                    <a:moveTo>
                      <a:pt x="335591" y="0"/>
                    </a:moveTo>
                    <a:lnTo>
                      <a:pt x="0" y="0"/>
                    </a:lnTo>
                    <a:lnTo>
                      <a:pt x="0" y="335602"/>
                    </a:lnTo>
                    <a:lnTo>
                      <a:pt x="335591" y="335602"/>
                    </a:lnTo>
                    <a:lnTo>
                      <a:pt x="335591" y="0"/>
                    </a:lnTo>
                    <a:close/>
                  </a:path>
                </a:pathLst>
              </a:custGeom>
              <a:solidFill>
                <a:srgbClr val="92929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33" name="Google Shape;133;p17"/>
              <p:cNvSpPr/>
              <p:nvPr/>
            </p:nvSpPr>
            <p:spPr>
              <a:xfrm>
                <a:off x="10817084" y="10723202"/>
                <a:ext cx="335915" cy="335915"/>
              </a:xfrm>
              <a:custGeom>
                <a:rect b="b" l="l" r="r" t="t"/>
                <a:pathLst>
                  <a:path extrusionOk="0" h="335915" w="335915">
                    <a:moveTo>
                      <a:pt x="335602" y="0"/>
                    </a:moveTo>
                    <a:lnTo>
                      <a:pt x="0" y="0"/>
                    </a:lnTo>
                    <a:lnTo>
                      <a:pt x="0" y="335602"/>
                    </a:lnTo>
                    <a:lnTo>
                      <a:pt x="335602" y="335602"/>
                    </a:lnTo>
                    <a:lnTo>
                      <a:pt x="335602" y="0"/>
                    </a:lnTo>
                    <a:close/>
                  </a:path>
                </a:pathLst>
              </a:custGeom>
              <a:solidFill>
                <a:srgbClr val="2C3E8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34" name="Google Shape;134;p17"/>
              <p:cNvSpPr/>
              <p:nvPr/>
            </p:nvSpPr>
            <p:spPr>
              <a:xfrm>
                <a:off x="11261981" y="10723202"/>
                <a:ext cx="335915" cy="335915"/>
              </a:xfrm>
              <a:custGeom>
                <a:rect b="b" l="l" r="r" t="t"/>
                <a:pathLst>
                  <a:path extrusionOk="0" h="335915" w="335915">
                    <a:moveTo>
                      <a:pt x="335591" y="0"/>
                    </a:moveTo>
                    <a:lnTo>
                      <a:pt x="0" y="0"/>
                    </a:lnTo>
                    <a:lnTo>
                      <a:pt x="0" y="335602"/>
                    </a:lnTo>
                    <a:lnTo>
                      <a:pt x="335591" y="335602"/>
                    </a:lnTo>
                    <a:lnTo>
                      <a:pt x="335591" y="0"/>
                    </a:lnTo>
                    <a:close/>
                  </a:path>
                </a:pathLst>
              </a:custGeom>
              <a:solidFill>
                <a:srgbClr val="2C9146"/>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35" name="Google Shape;135;p17"/>
              <p:cNvSpPr/>
              <p:nvPr/>
            </p:nvSpPr>
            <p:spPr>
              <a:xfrm>
                <a:off x="11706858" y="10723202"/>
                <a:ext cx="335915" cy="335915"/>
              </a:xfrm>
              <a:custGeom>
                <a:rect b="b" l="l" r="r" t="t"/>
                <a:pathLst>
                  <a:path extrusionOk="0" h="335915" w="335915">
                    <a:moveTo>
                      <a:pt x="335602" y="0"/>
                    </a:moveTo>
                    <a:lnTo>
                      <a:pt x="0" y="0"/>
                    </a:lnTo>
                    <a:lnTo>
                      <a:pt x="0" y="335602"/>
                    </a:lnTo>
                    <a:lnTo>
                      <a:pt x="335602" y="335602"/>
                    </a:lnTo>
                    <a:lnTo>
                      <a:pt x="335602" y="0"/>
                    </a:lnTo>
                    <a:close/>
                  </a:path>
                </a:pathLst>
              </a:custGeom>
              <a:solidFill>
                <a:srgbClr val="44A6B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36" name="Google Shape;136;p17"/>
              <p:cNvSpPr/>
              <p:nvPr/>
            </p:nvSpPr>
            <p:spPr>
              <a:xfrm>
                <a:off x="12151734" y="10723202"/>
                <a:ext cx="335915" cy="335915"/>
              </a:xfrm>
              <a:custGeom>
                <a:rect b="b" l="l" r="r" t="t"/>
                <a:pathLst>
                  <a:path extrusionOk="0" h="335915" w="335915">
                    <a:moveTo>
                      <a:pt x="335602" y="0"/>
                    </a:moveTo>
                    <a:lnTo>
                      <a:pt x="0" y="0"/>
                    </a:lnTo>
                    <a:lnTo>
                      <a:pt x="0" y="335602"/>
                    </a:lnTo>
                    <a:lnTo>
                      <a:pt x="335602" y="335602"/>
                    </a:lnTo>
                    <a:lnTo>
                      <a:pt x="335602" y="0"/>
                    </a:lnTo>
                    <a:close/>
                  </a:path>
                </a:pathLst>
              </a:custGeom>
              <a:solidFill>
                <a:srgbClr val="35A4C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grpSp>
        <p:pic>
          <p:nvPicPr>
            <p:cNvPr id="137" name="Google Shape;137;p17"/>
            <p:cNvPicPr preferRelativeResize="0"/>
            <p:nvPr/>
          </p:nvPicPr>
          <p:blipFill rotWithShape="1">
            <a:blip r:embed="rId3">
              <a:alphaModFix/>
            </a:blip>
            <a:srcRect b="0" l="0" r="0" t="0"/>
            <a:stretch/>
          </p:blipFill>
          <p:spPr>
            <a:xfrm>
              <a:off x="9435812" y="6259219"/>
              <a:ext cx="2558516" cy="475884"/>
            </a:xfrm>
            <a:prstGeom prst="rect">
              <a:avLst/>
            </a:prstGeom>
            <a:noFill/>
            <a:ln>
              <a:noFill/>
            </a:ln>
          </p:spPr>
        </p:pic>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Diseño personalizado">
  <p:cSld name="1_Diseño personalizado">
    <p:spTree>
      <p:nvGrpSpPr>
        <p:cNvPr id="138" name="Shape 138"/>
        <p:cNvGrpSpPr/>
        <p:nvPr/>
      </p:nvGrpSpPr>
      <p:grpSpPr>
        <a:xfrm>
          <a:off x="0" y="0"/>
          <a:ext cx="0" cy="0"/>
          <a:chOff x="0" y="0"/>
          <a:chExt cx="0" cy="0"/>
        </a:xfrm>
      </p:grpSpPr>
      <p:pic>
        <p:nvPicPr>
          <p:cNvPr id="139" name="Google Shape;139;p18"/>
          <p:cNvPicPr preferRelativeResize="0"/>
          <p:nvPr/>
        </p:nvPicPr>
        <p:blipFill rotWithShape="1">
          <a:blip r:embed="rId2">
            <a:alphaModFix/>
          </a:blip>
          <a:srcRect b="32682" l="32" r="-30" t="8908"/>
          <a:stretch/>
        </p:blipFill>
        <p:spPr>
          <a:xfrm>
            <a:off x="-1" y="-7839"/>
            <a:ext cx="20104100" cy="7338914"/>
          </a:xfrm>
          <a:prstGeom prst="rect">
            <a:avLst/>
          </a:prstGeom>
          <a:noFill/>
          <a:ln>
            <a:noFill/>
          </a:ln>
        </p:spPr>
      </p:pic>
      <p:grpSp>
        <p:nvGrpSpPr>
          <p:cNvPr id="140" name="Google Shape;140;p18"/>
          <p:cNvGrpSpPr/>
          <p:nvPr/>
        </p:nvGrpSpPr>
        <p:grpSpPr>
          <a:xfrm>
            <a:off x="1278903" y="7528560"/>
            <a:ext cx="3894979" cy="335915"/>
            <a:chOff x="8592670" y="10723202"/>
            <a:chExt cx="3894979" cy="335915"/>
          </a:xfrm>
        </p:grpSpPr>
        <p:sp>
          <p:nvSpPr>
            <p:cNvPr id="141" name="Google Shape;141;p18"/>
            <p:cNvSpPr/>
            <p:nvPr/>
          </p:nvSpPr>
          <p:spPr>
            <a:xfrm>
              <a:off x="8592670" y="10723202"/>
              <a:ext cx="335915" cy="335915"/>
            </a:xfrm>
            <a:custGeom>
              <a:rect b="b" l="l" r="r" t="t"/>
              <a:pathLst>
                <a:path extrusionOk="0" h="335915" w="335915">
                  <a:moveTo>
                    <a:pt x="335591" y="0"/>
                  </a:moveTo>
                  <a:lnTo>
                    <a:pt x="0" y="0"/>
                  </a:lnTo>
                  <a:lnTo>
                    <a:pt x="0" y="335602"/>
                  </a:lnTo>
                  <a:lnTo>
                    <a:pt x="335591" y="335602"/>
                  </a:lnTo>
                  <a:lnTo>
                    <a:pt x="335591" y="0"/>
                  </a:lnTo>
                  <a:close/>
                </a:path>
              </a:pathLst>
            </a:custGeom>
            <a:solidFill>
              <a:srgbClr val="7B408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2" name="Google Shape;142;p18"/>
            <p:cNvSpPr/>
            <p:nvPr/>
          </p:nvSpPr>
          <p:spPr>
            <a:xfrm>
              <a:off x="9037546" y="10723202"/>
              <a:ext cx="335915" cy="335915"/>
            </a:xfrm>
            <a:custGeom>
              <a:rect b="b" l="l" r="r" t="t"/>
              <a:pathLst>
                <a:path extrusionOk="0" h="335915" w="335915">
                  <a:moveTo>
                    <a:pt x="335602" y="0"/>
                  </a:moveTo>
                  <a:lnTo>
                    <a:pt x="0" y="0"/>
                  </a:lnTo>
                  <a:lnTo>
                    <a:pt x="0" y="335602"/>
                  </a:lnTo>
                  <a:lnTo>
                    <a:pt x="335602" y="335602"/>
                  </a:lnTo>
                  <a:lnTo>
                    <a:pt x="335602" y="0"/>
                  </a:lnTo>
                  <a:close/>
                </a:path>
              </a:pathLst>
            </a:custGeom>
            <a:solidFill>
              <a:srgbClr val="D6843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3" name="Google Shape;143;p18"/>
            <p:cNvSpPr/>
            <p:nvPr/>
          </p:nvSpPr>
          <p:spPr>
            <a:xfrm>
              <a:off x="9482433" y="10723202"/>
              <a:ext cx="335915" cy="335915"/>
            </a:xfrm>
            <a:custGeom>
              <a:rect b="b" l="l" r="r" t="t"/>
              <a:pathLst>
                <a:path extrusionOk="0" h="335915" w="335915">
                  <a:moveTo>
                    <a:pt x="335602" y="0"/>
                  </a:moveTo>
                  <a:lnTo>
                    <a:pt x="0" y="0"/>
                  </a:lnTo>
                  <a:lnTo>
                    <a:pt x="0" y="335602"/>
                  </a:lnTo>
                  <a:lnTo>
                    <a:pt x="335602" y="335602"/>
                  </a:lnTo>
                  <a:lnTo>
                    <a:pt x="335602" y="0"/>
                  </a:lnTo>
                  <a:close/>
                </a:path>
              </a:pathLst>
            </a:custGeom>
            <a:solidFill>
              <a:srgbClr val="BD094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4" name="Google Shape;144;p18"/>
            <p:cNvSpPr/>
            <p:nvPr/>
          </p:nvSpPr>
          <p:spPr>
            <a:xfrm>
              <a:off x="9927320" y="10723202"/>
              <a:ext cx="335915" cy="335915"/>
            </a:xfrm>
            <a:custGeom>
              <a:rect b="b" l="l" r="r" t="t"/>
              <a:pathLst>
                <a:path extrusionOk="0" h="335915" w="335915">
                  <a:moveTo>
                    <a:pt x="335602" y="0"/>
                  </a:moveTo>
                  <a:lnTo>
                    <a:pt x="0" y="0"/>
                  </a:lnTo>
                  <a:lnTo>
                    <a:pt x="0" y="335602"/>
                  </a:lnTo>
                  <a:lnTo>
                    <a:pt x="335602" y="335602"/>
                  </a:lnTo>
                  <a:lnTo>
                    <a:pt x="335602" y="0"/>
                  </a:lnTo>
                  <a:close/>
                </a:path>
              </a:pathLst>
            </a:custGeom>
            <a:solidFill>
              <a:srgbClr val="BAC52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5" name="Google Shape;145;p18"/>
            <p:cNvSpPr/>
            <p:nvPr/>
          </p:nvSpPr>
          <p:spPr>
            <a:xfrm>
              <a:off x="10372207" y="10723202"/>
              <a:ext cx="335915" cy="335915"/>
            </a:xfrm>
            <a:custGeom>
              <a:rect b="b" l="l" r="r" t="t"/>
              <a:pathLst>
                <a:path extrusionOk="0" h="335915" w="335915">
                  <a:moveTo>
                    <a:pt x="335591" y="0"/>
                  </a:moveTo>
                  <a:lnTo>
                    <a:pt x="0" y="0"/>
                  </a:lnTo>
                  <a:lnTo>
                    <a:pt x="0" y="335602"/>
                  </a:lnTo>
                  <a:lnTo>
                    <a:pt x="335591" y="335602"/>
                  </a:lnTo>
                  <a:lnTo>
                    <a:pt x="335591" y="0"/>
                  </a:lnTo>
                  <a:close/>
                </a:path>
              </a:pathLst>
            </a:custGeom>
            <a:solidFill>
              <a:srgbClr val="92929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6" name="Google Shape;146;p18"/>
            <p:cNvSpPr/>
            <p:nvPr/>
          </p:nvSpPr>
          <p:spPr>
            <a:xfrm>
              <a:off x="10817084" y="10723202"/>
              <a:ext cx="335915" cy="335915"/>
            </a:xfrm>
            <a:custGeom>
              <a:rect b="b" l="l" r="r" t="t"/>
              <a:pathLst>
                <a:path extrusionOk="0" h="335915" w="335915">
                  <a:moveTo>
                    <a:pt x="335602" y="0"/>
                  </a:moveTo>
                  <a:lnTo>
                    <a:pt x="0" y="0"/>
                  </a:lnTo>
                  <a:lnTo>
                    <a:pt x="0" y="335602"/>
                  </a:lnTo>
                  <a:lnTo>
                    <a:pt x="335602" y="335602"/>
                  </a:lnTo>
                  <a:lnTo>
                    <a:pt x="335602" y="0"/>
                  </a:lnTo>
                  <a:close/>
                </a:path>
              </a:pathLst>
            </a:custGeom>
            <a:solidFill>
              <a:srgbClr val="2C3E8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7" name="Google Shape;147;p18"/>
            <p:cNvSpPr/>
            <p:nvPr/>
          </p:nvSpPr>
          <p:spPr>
            <a:xfrm>
              <a:off x="11261981" y="10723202"/>
              <a:ext cx="335915" cy="335915"/>
            </a:xfrm>
            <a:custGeom>
              <a:rect b="b" l="l" r="r" t="t"/>
              <a:pathLst>
                <a:path extrusionOk="0" h="335915" w="335915">
                  <a:moveTo>
                    <a:pt x="335591" y="0"/>
                  </a:moveTo>
                  <a:lnTo>
                    <a:pt x="0" y="0"/>
                  </a:lnTo>
                  <a:lnTo>
                    <a:pt x="0" y="335602"/>
                  </a:lnTo>
                  <a:lnTo>
                    <a:pt x="335591" y="335602"/>
                  </a:lnTo>
                  <a:lnTo>
                    <a:pt x="335591" y="0"/>
                  </a:lnTo>
                  <a:close/>
                </a:path>
              </a:pathLst>
            </a:custGeom>
            <a:solidFill>
              <a:srgbClr val="2C9146"/>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8" name="Google Shape;148;p18"/>
            <p:cNvSpPr/>
            <p:nvPr/>
          </p:nvSpPr>
          <p:spPr>
            <a:xfrm>
              <a:off x="11706858" y="10723202"/>
              <a:ext cx="335915" cy="335915"/>
            </a:xfrm>
            <a:custGeom>
              <a:rect b="b" l="l" r="r" t="t"/>
              <a:pathLst>
                <a:path extrusionOk="0" h="335915" w="335915">
                  <a:moveTo>
                    <a:pt x="335602" y="0"/>
                  </a:moveTo>
                  <a:lnTo>
                    <a:pt x="0" y="0"/>
                  </a:lnTo>
                  <a:lnTo>
                    <a:pt x="0" y="335602"/>
                  </a:lnTo>
                  <a:lnTo>
                    <a:pt x="335602" y="335602"/>
                  </a:lnTo>
                  <a:lnTo>
                    <a:pt x="335602" y="0"/>
                  </a:lnTo>
                  <a:close/>
                </a:path>
              </a:pathLst>
            </a:custGeom>
            <a:solidFill>
              <a:srgbClr val="44A6B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9" name="Google Shape;149;p18"/>
            <p:cNvSpPr/>
            <p:nvPr/>
          </p:nvSpPr>
          <p:spPr>
            <a:xfrm>
              <a:off x="12151734" y="10723202"/>
              <a:ext cx="335915" cy="335915"/>
            </a:xfrm>
            <a:custGeom>
              <a:rect b="b" l="l" r="r" t="t"/>
              <a:pathLst>
                <a:path extrusionOk="0" h="335915" w="335915">
                  <a:moveTo>
                    <a:pt x="335602" y="0"/>
                  </a:moveTo>
                  <a:lnTo>
                    <a:pt x="0" y="0"/>
                  </a:lnTo>
                  <a:lnTo>
                    <a:pt x="0" y="335602"/>
                  </a:lnTo>
                  <a:lnTo>
                    <a:pt x="335602" y="335602"/>
                  </a:lnTo>
                  <a:lnTo>
                    <a:pt x="335602" y="0"/>
                  </a:lnTo>
                  <a:close/>
                </a:path>
              </a:pathLst>
            </a:custGeom>
            <a:solidFill>
              <a:srgbClr val="35A4C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50" name="Google Shape;150;p18"/>
          <p:cNvSpPr txBox="1"/>
          <p:nvPr>
            <p:ph type="title"/>
          </p:nvPr>
        </p:nvSpPr>
        <p:spPr>
          <a:xfrm>
            <a:off x="1321990" y="8235994"/>
            <a:ext cx="6048240" cy="2324921"/>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sz="5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cxnSp>
        <p:nvCxnSpPr>
          <p:cNvPr id="151" name="Google Shape;151;p18"/>
          <p:cNvCxnSpPr/>
          <p:nvPr/>
        </p:nvCxnSpPr>
        <p:spPr>
          <a:xfrm>
            <a:off x="7842250" y="7864475"/>
            <a:ext cx="0" cy="2696441"/>
          </a:xfrm>
          <a:prstGeom prst="straightConnector1">
            <a:avLst/>
          </a:prstGeom>
          <a:noFill/>
          <a:ln cap="flat" cmpd="sng" w="76200">
            <a:solidFill>
              <a:schemeClr val="dk1"/>
            </a:solidFill>
            <a:prstDash val="solid"/>
            <a:round/>
            <a:headEnd len="sm" w="sm" type="none"/>
            <a:tailEnd len="sm" w="sm" type="none"/>
          </a:ln>
        </p:spPr>
      </p:cxnSp>
      <p:sp>
        <p:nvSpPr>
          <p:cNvPr id="152" name="Google Shape;152;p18"/>
          <p:cNvSpPr txBox="1"/>
          <p:nvPr>
            <p:ph idx="1" type="body"/>
          </p:nvPr>
        </p:nvSpPr>
        <p:spPr>
          <a:xfrm>
            <a:off x="8314271" y="8170445"/>
            <a:ext cx="11193563" cy="190383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grpSp>
        <p:nvGrpSpPr>
          <p:cNvPr id="153" name="Google Shape;153;p18"/>
          <p:cNvGrpSpPr/>
          <p:nvPr/>
        </p:nvGrpSpPr>
        <p:grpSpPr>
          <a:xfrm>
            <a:off x="11728450" y="10226675"/>
            <a:ext cx="7874883" cy="697591"/>
            <a:chOff x="6622225" y="6259219"/>
            <a:chExt cx="5372103" cy="475884"/>
          </a:xfrm>
        </p:grpSpPr>
        <p:grpSp>
          <p:nvGrpSpPr>
            <p:cNvPr id="154" name="Google Shape;154;p18"/>
            <p:cNvGrpSpPr/>
            <p:nvPr/>
          </p:nvGrpSpPr>
          <p:grpSpPr>
            <a:xfrm>
              <a:off x="6622225" y="6411950"/>
              <a:ext cx="2602283" cy="224429"/>
              <a:chOff x="8592670" y="10723202"/>
              <a:chExt cx="3894979" cy="335915"/>
            </a:xfrm>
          </p:grpSpPr>
          <p:sp>
            <p:nvSpPr>
              <p:cNvPr id="155" name="Google Shape;155;p18"/>
              <p:cNvSpPr/>
              <p:nvPr/>
            </p:nvSpPr>
            <p:spPr>
              <a:xfrm>
                <a:off x="8592670" y="10723202"/>
                <a:ext cx="335915" cy="335915"/>
              </a:xfrm>
              <a:custGeom>
                <a:rect b="b" l="l" r="r" t="t"/>
                <a:pathLst>
                  <a:path extrusionOk="0" h="335915" w="335915">
                    <a:moveTo>
                      <a:pt x="335591" y="0"/>
                    </a:moveTo>
                    <a:lnTo>
                      <a:pt x="0" y="0"/>
                    </a:lnTo>
                    <a:lnTo>
                      <a:pt x="0" y="335602"/>
                    </a:lnTo>
                    <a:lnTo>
                      <a:pt x="335591" y="335602"/>
                    </a:lnTo>
                    <a:lnTo>
                      <a:pt x="335591" y="0"/>
                    </a:lnTo>
                    <a:close/>
                  </a:path>
                </a:pathLst>
              </a:custGeom>
              <a:solidFill>
                <a:srgbClr val="7B408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56" name="Google Shape;156;p18"/>
              <p:cNvSpPr/>
              <p:nvPr/>
            </p:nvSpPr>
            <p:spPr>
              <a:xfrm>
                <a:off x="9037546" y="10723202"/>
                <a:ext cx="335915" cy="335915"/>
              </a:xfrm>
              <a:custGeom>
                <a:rect b="b" l="l" r="r" t="t"/>
                <a:pathLst>
                  <a:path extrusionOk="0" h="335915" w="335915">
                    <a:moveTo>
                      <a:pt x="335602" y="0"/>
                    </a:moveTo>
                    <a:lnTo>
                      <a:pt x="0" y="0"/>
                    </a:lnTo>
                    <a:lnTo>
                      <a:pt x="0" y="335602"/>
                    </a:lnTo>
                    <a:lnTo>
                      <a:pt x="335602" y="335602"/>
                    </a:lnTo>
                    <a:lnTo>
                      <a:pt x="335602" y="0"/>
                    </a:lnTo>
                    <a:close/>
                  </a:path>
                </a:pathLst>
              </a:custGeom>
              <a:solidFill>
                <a:srgbClr val="D6843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57" name="Google Shape;157;p18"/>
              <p:cNvSpPr/>
              <p:nvPr/>
            </p:nvSpPr>
            <p:spPr>
              <a:xfrm>
                <a:off x="9482433" y="10723202"/>
                <a:ext cx="335915" cy="335915"/>
              </a:xfrm>
              <a:custGeom>
                <a:rect b="b" l="l" r="r" t="t"/>
                <a:pathLst>
                  <a:path extrusionOk="0" h="335915" w="335915">
                    <a:moveTo>
                      <a:pt x="335602" y="0"/>
                    </a:moveTo>
                    <a:lnTo>
                      <a:pt x="0" y="0"/>
                    </a:lnTo>
                    <a:lnTo>
                      <a:pt x="0" y="335602"/>
                    </a:lnTo>
                    <a:lnTo>
                      <a:pt x="335602" y="335602"/>
                    </a:lnTo>
                    <a:lnTo>
                      <a:pt x="335602" y="0"/>
                    </a:lnTo>
                    <a:close/>
                  </a:path>
                </a:pathLst>
              </a:custGeom>
              <a:solidFill>
                <a:srgbClr val="BD094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58" name="Google Shape;158;p18"/>
              <p:cNvSpPr/>
              <p:nvPr/>
            </p:nvSpPr>
            <p:spPr>
              <a:xfrm>
                <a:off x="9927320" y="10723202"/>
                <a:ext cx="335915" cy="335915"/>
              </a:xfrm>
              <a:custGeom>
                <a:rect b="b" l="l" r="r" t="t"/>
                <a:pathLst>
                  <a:path extrusionOk="0" h="335915" w="335915">
                    <a:moveTo>
                      <a:pt x="335602" y="0"/>
                    </a:moveTo>
                    <a:lnTo>
                      <a:pt x="0" y="0"/>
                    </a:lnTo>
                    <a:lnTo>
                      <a:pt x="0" y="335602"/>
                    </a:lnTo>
                    <a:lnTo>
                      <a:pt x="335602" y="335602"/>
                    </a:lnTo>
                    <a:lnTo>
                      <a:pt x="335602" y="0"/>
                    </a:lnTo>
                    <a:close/>
                  </a:path>
                </a:pathLst>
              </a:custGeom>
              <a:solidFill>
                <a:srgbClr val="BAC52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59" name="Google Shape;159;p18"/>
              <p:cNvSpPr/>
              <p:nvPr/>
            </p:nvSpPr>
            <p:spPr>
              <a:xfrm>
                <a:off x="10372207" y="10723202"/>
                <a:ext cx="335915" cy="335915"/>
              </a:xfrm>
              <a:custGeom>
                <a:rect b="b" l="l" r="r" t="t"/>
                <a:pathLst>
                  <a:path extrusionOk="0" h="335915" w="335915">
                    <a:moveTo>
                      <a:pt x="335591" y="0"/>
                    </a:moveTo>
                    <a:lnTo>
                      <a:pt x="0" y="0"/>
                    </a:lnTo>
                    <a:lnTo>
                      <a:pt x="0" y="335602"/>
                    </a:lnTo>
                    <a:lnTo>
                      <a:pt x="335591" y="335602"/>
                    </a:lnTo>
                    <a:lnTo>
                      <a:pt x="335591" y="0"/>
                    </a:lnTo>
                    <a:close/>
                  </a:path>
                </a:pathLst>
              </a:custGeom>
              <a:solidFill>
                <a:srgbClr val="92929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60" name="Google Shape;160;p18"/>
              <p:cNvSpPr/>
              <p:nvPr/>
            </p:nvSpPr>
            <p:spPr>
              <a:xfrm>
                <a:off x="10817084" y="10723202"/>
                <a:ext cx="335915" cy="335915"/>
              </a:xfrm>
              <a:custGeom>
                <a:rect b="b" l="l" r="r" t="t"/>
                <a:pathLst>
                  <a:path extrusionOk="0" h="335915" w="335915">
                    <a:moveTo>
                      <a:pt x="335602" y="0"/>
                    </a:moveTo>
                    <a:lnTo>
                      <a:pt x="0" y="0"/>
                    </a:lnTo>
                    <a:lnTo>
                      <a:pt x="0" y="335602"/>
                    </a:lnTo>
                    <a:lnTo>
                      <a:pt x="335602" y="335602"/>
                    </a:lnTo>
                    <a:lnTo>
                      <a:pt x="335602" y="0"/>
                    </a:lnTo>
                    <a:close/>
                  </a:path>
                </a:pathLst>
              </a:custGeom>
              <a:solidFill>
                <a:srgbClr val="2C3E8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61" name="Google Shape;161;p18"/>
              <p:cNvSpPr/>
              <p:nvPr/>
            </p:nvSpPr>
            <p:spPr>
              <a:xfrm>
                <a:off x="11261981" y="10723202"/>
                <a:ext cx="335915" cy="335915"/>
              </a:xfrm>
              <a:custGeom>
                <a:rect b="b" l="l" r="r" t="t"/>
                <a:pathLst>
                  <a:path extrusionOk="0" h="335915" w="335915">
                    <a:moveTo>
                      <a:pt x="335591" y="0"/>
                    </a:moveTo>
                    <a:lnTo>
                      <a:pt x="0" y="0"/>
                    </a:lnTo>
                    <a:lnTo>
                      <a:pt x="0" y="335602"/>
                    </a:lnTo>
                    <a:lnTo>
                      <a:pt x="335591" y="335602"/>
                    </a:lnTo>
                    <a:lnTo>
                      <a:pt x="335591" y="0"/>
                    </a:lnTo>
                    <a:close/>
                  </a:path>
                </a:pathLst>
              </a:custGeom>
              <a:solidFill>
                <a:srgbClr val="2C9146"/>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62" name="Google Shape;162;p18"/>
              <p:cNvSpPr/>
              <p:nvPr/>
            </p:nvSpPr>
            <p:spPr>
              <a:xfrm>
                <a:off x="11706858" y="10723202"/>
                <a:ext cx="335915" cy="335915"/>
              </a:xfrm>
              <a:custGeom>
                <a:rect b="b" l="l" r="r" t="t"/>
                <a:pathLst>
                  <a:path extrusionOk="0" h="335915" w="335915">
                    <a:moveTo>
                      <a:pt x="335602" y="0"/>
                    </a:moveTo>
                    <a:lnTo>
                      <a:pt x="0" y="0"/>
                    </a:lnTo>
                    <a:lnTo>
                      <a:pt x="0" y="335602"/>
                    </a:lnTo>
                    <a:lnTo>
                      <a:pt x="335602" y="335602"/>
                    </a:lnTo>
                    <a:lnTo>
                      <a:pt x="335602" y="0"/>
                    </a:lnTo>
                    <a:close/>
                  </a:path>
                </a:pathLst>
              </a:custGeom>
              <a:solidFill>
                <a:srgbClr val="44A6B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63" name="Google Shape;163;p18"/>
              <p:cNvSpPr/>
              <p:nvPr/>
            </p:nvSpPr>
            <p:spPr>
              <a:xfrm>
                <a:off x="12151734" y="10723202"/>
                <a:ext cx="335915" cy="335915"/>
              </a:xfrm>
              <a:custGeom>
                <a:rect b="b" l="l" r="r" t="t"/>
                <a:pathLst>
                  <a:path extrusionOk="0" h="335915" w="335915">
                    <a:moveTo>
                      <a:pt x="335602" y="0"/>
                    </a:moveTo>
                    <a:lnTo>
                      <a:pt x="0" y="0"/>
                    </a:lnTo>
                    <a:lnTo>
                      <a:pt x="0" y="335602"/>
                    </a:lnTo>
                    <a:lnTo>
                      <a:pt x="335602" y="335602"/>
                    </a:lnTo>
                    <a:lnTo>
                      <a:pt x="335602" y="0"/>
                    </a:lnTo>
                    <a:close/>
                  </a:path>
                </a:pathLst>
              </a:custGeom>
              <a:solidFill>
                <a:srgbClr val="35A4C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grpSp>
        <p:pic>
          <p:nvPicPr>
            <p:cNvPr id="164" name="Google Shape;164;p18"/>
            <p:cNvPicPr preferRelativeResize="0"/>
            <p:nvPr/>
          </p:nvPicPr>
          <p:blipFill rotWithShape="1">
            <a:blip r:embed="rId3">
              <a:alphaModFix/>
            </a:blip>
            <a:srcRect b="0" l="0" r="0" t="0"/>
            <a:stretch/>
          </p:blipFill>
          <p:spPr>
            <a:xfrm>
              <a:off x="9435812" y="6259219"/>
              <a:ext cx="2558516" cy="475884"/>
            </a:xfrm>
            <a:prstGeom prst="rect">
              <a:avLst/>
            </a:prstGeom>
            <a:noFill/>
            <a:ln>
              <a:noFill/>
            </a:ln>
          </p:spPr>
        </p:pic>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165" name="Shape 165"/>
        <p:cNvGrpSpPr/>
        <p:nvPr/>
      </p:nvGrpSpPr>
      <p:grpSpPr>
        <a:xfrm>
          <a:off x="0" y="0"/>
          <a:ext cx="0" cy="0"/>
          <a:chOff x="0" y="0"/>
          <a:chExt cx="0" cy="0"/>
        </a:xfrm>
      </p:grpSpPr>
      <p:grpSp>
        <p:nvGrpSpPr>
          <p:cNvPr id="166" name="Google Shape;166;p19"/>
          <p:cNvGrpSpPr/>
          <p:nvPr/>
        </p:nvGrpSpPr>
        <p:grpSpPr>
          <a:xfrm>
            <a:off x="1278903" y="7528560"/>
            <a:ext cx="3894979" cy="335915"/>
            <a:chOff x="8592670" y="10723202"/>
            <a:chExt cx="3894979" cy="335915"/>
          </a:xfrm>
        </p:grpSpPr>
        <p:sp>
          <p:nvSpPr>
            <p:cNvPr id="167" name="Google Shape;167;p19"/>
            <p:cNvSpPr/>
            <p:nvPr/>
          </p:nvSpPr>
          <p:spPr>
            <a:xfrm>
              <a:off x="8592670" y="10723202"/>
              <a:ext cx="335915" cy="335915"/>
            </a:xfrm>
            <a:custGeom>
              <a:rect b="b" l="l" r="r" t="t"/>
              <a:pathLst>
                <a:path extrusionOk="0" h="335915" w="335915">
                  <a:moveTo>
                    <a:pt x="335591" y="0"/>
                  </a:moveTo>
                  <a:lnTo>
                    <a:pt x="0" y="0"/>
                  </a:lnTo>
                  <a:lnTo>
                    <a:pt x="0" y="335602"/>
                  </a:lnTo>
                  <a:lnTo>
                    <a:pt x="335591" y="335602"/>
                  </a:lnTo>
                  <a:lnTo>
                    <a:pt x="335591" y="0"/>
                  </a:lnTo>
                  <a:close/>
                </a:path>
              </a:pathLst>
            </a:custGeom>
            <a:solidFill>
              <a:srgbClr val="7B408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8" name="Google Shape;168;p19"/>
            <p:cNvSpPr/>
            <p:nvPr/>
          </p:nvSpPr>
          <p:spPr>
            <a:xfrm>
              <a:off x="9037546" y="10723202"/>
              <a:ext cx="335915" cy="335915"/>
            </a:xfrm>
            <a:custGeom>
              <a:rect b="b" l="l" r="r" t="t"/>
              <a:pathLst>
                <a:path extrusionOk="0" h="335915" w="335915">
                  <a:moveTo>
                    <a:pt x="335602" y="0"/>
                  </a:moveTo>
                  <a:lnTo>
                    <a:pt x="0" y="0"/>
                  </a:lnTo>
                  <a:lnTo>
                    <a:pt x="0" y="335602"/>
                  </a:lnTo>
                  <a:lnTo>
                    <a:pt x="335602" y="335602"/>
                  </a:lnTo>
                  <a:lnTo>
                    <a:pt x="335602" y="0"/>
                  </a:lnTo>
                  <a:close/>
                </a:path>
              </a:pathLst>
            </a:custGeom>
            <a:solidFill>
              <a:srgbClr val="D6843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9" name="Google Shape;169;p19"/>
            <p:cNvSpPr/>
            <p:nvPr/>
          </p:nvSpPr>
          <p:spPr>
            <a:xfrm>
              <a:off x="9482433" y="10723202"/>
              <a:ext cx="335915" cy="335915"/>
            </a:xfrm>
            <a:custGeom>
              <a:rect b="b" l="l" r="r" t="t"/>
              <a:pathLst>
                <a:path extrusionOk="0" h="335915" w="335915">
                  <a:moveTo>
                    <a:pt x="335602" y="0"/>
                  </a:moveTo>
                  <a:lnTo>
                    <a:pt x="0" y="0"/>
                  </a:lnTo>
                  <a:lnTo>
                    <a:pt x="0" y="335602"/>
                  </a:lnTo>
                  <a:lnTo>
                    <a:pt x="335602" y="335602"/>
                  </a:lnTo>
                  <a:lnTo>
                    <a:pt x="335602" y="0"/>
                  </a:lnTo>
                  <a:close/>
                </a:path>
              </a:pathLst>
            </a:custGeom>
            <a:solidFill>
              <a:srgbClr val="BD094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0" name="Google Shape;170;p19"/>
            <p:cNvSpPr/>
            <p:nvPr/>
          </p:nvSpPr>
          <p:spPr>
            <a:xfrm>
              <a:off x="9927320" y="10723202"/>
              <a:ext cx="335915" cy="335915"/>
            </a:xfrm>
            <a:custGeom>
              <a:rect b="b" l="l" r="r" t="t"/>
              <a:pathLst>
                <a:path extrusionOk="0" h="335915" w="335915">
                  <a:moveTo>
                    <a:pt x="335602" y="0"/>
                  </a:moveTo>
                  <a:lnTo>
                    <a:pt x="0" y="0"/>
                  </a:lnTo>
                  <a:lnTo>
                    <a:pt x="0" y="335602"/>
                  </a:lnTo>
                  <a:lnTo>
                    <a:pt x="335602" y="335602"/>
                  </a:lnTo>
                  <a:lnTo>
                    <a:pt x="335602" y="0"/>
                  </a:lnTo>
                  <a:close/>
                </a:path>
              </a:pathLst>
            </a:custGeom>
            <a:solidFill>
              <a:srgbClr val="BAC52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1" name="Google Shape;171;p19"/>
            <p:cNvSpPr/>
            <p:nvPr/>
          </p:nvSpPr>
          <p:spPr>
            <a:xfrm>
              <a:off x="10372207" y="10723202"/>
              <a:ext cx="335915" cy="335915"/>
            </a:xfrm>
            <a:custGeom>
              <a:rect b="b" l="l" r="r" t="t"/>
              <a:pathLst>
                <a:path extrusionOk="0" h="335915" w="335915">
                  <a:moveTo>
                    <a:pt x="335591" y="0"/>
                  </a:moveTo>
                  <a:lnTo>
                    <a:pt x="0" y="0"/>
                  </a:lnTo>
                  <a:lnTo>
                    <a:pt x="0" y="335602"/>
                  </a:lnTo>
                  <a:lnTo>
                    <a:pt x="335591" y="335602"/>
                  </a:lnTo>
                  <a:lnTo>
                    <a:pt x="335591" y="0"/>
                  </a:lnTo>
                  <a:close/>
                </a:path>
              </a:pathLst>
            </a:custGeom>
            <a:solidFill>
              <a:srgbClr val="92929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2" name="Google Shape;172;p19"/>
            <p:cNvSpPr/>
            <p:nvPr/>
          </p:nvSpPr>
          <p:spPr>
            <a:xfrm>
              <a:off x="10817084" y="10723202"/>
              <a:ext cx="335915" cy="335915"/>
            </a:xfrm>
            <a:custGeom>
              <a:rect b="b" l="l" r="r" t="t"/>
              <a:pathLst>
                <a:path extrusionOk="0" h="335915" w="335915">
                  <a:moveTo>
                    <a:pt x="335602" y="0"/>
                  </a:moveTo>
                  <a:lnTo>
                    <a:pt x="0" y="0"/>
                  </a:lnTo>
                  <a:lnTo>
                    <a:pt x="0" y="335602"/>
                  </a:lnTo>
                  <a:lnTo>
                    <a:pt x="335602" y="335602"/>
                  </a:lnTo>
                  <a:lnTo>
                    <a:pt x="335602" y="0"/>
                  </a:lnTo>
                  <a:close/>
                </a:path>
              </a:pathLst>
            </a:custGeom>
            <a:solidFill>
              <a:srgbClr val="2C3E8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3" name="Google Shape;173;p19"/>
            <p:cNvSpPr/>
            <p:nvPr/>
          </p:nvSpPr>
          <p:spPr>
            <a:xfrm>
              <a:off x="11261981" y="10723202"/>
              <a:ext cx="335915" cy="335915"/>
            </a:xfrm>
            <a:custGeom>
              <a:rect b="b" l="l" r="r" t="t"/>
              <a:pathLst>
                <a:path extrusionOk="0" h="335915" w="335915">
                  <a:moveTo>
                    <a:pt x="335591" y="0"/>
                  </a:moveTo>
                  <a:lnTo>
                    <a:pt x="0" y="0"/>
                  </a:lnTo>
                  <a:lnTo>
                    <a:pt x="0" y="335602"/>
                  </a:lnTo>
                  <a:lnTo>
                    <a:pt x="335591" y="335602"/>
                  </a:lnTo>
                  <a:lnTo>
                    <a:pt x="335591" y="0"/>
                  </a:lnTo>
                  <a:close/>
                </a:path>
              </a:pathLst>
            </a:custGeom>
            <a:solidFill>
              <a:srgbClr val="2C9146"/>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4" name="Google Shape;174;p19"/>
            <p:cNvSpPr/>
            <p:nvPr/>
          </p:nvSpPr>
          <p:spPr>
            <a:xfrm>
              <a:off x="11706858" y="10723202"/>
              <a:ext cx="335915" cy="335915"/>
            </a:xfrm>
            <a:custGeom>
              <a:rect b="b" l="l" r="r" t="t"/>
              <a:pathLst>
                <a:path extrusionOk="0" h="335915" w="335915">
                  <a:moveTo>
                    <a:pt x="335602" y="0"/>
                  </a:moveTo>
                  <a:lnTo>
                    <a:pt x="0" y="0"/>
                  </a:lnTo>
                  <a:lnTo>
                    <a:pt x="0" y="335602"/>
                  </a:lnTo>
                  <a:lnTo>
                    <a:pt x="335602" y="335602"/>
                  </a:lnTo>
                  <a:lnTo>
                    <a:pt x="335602" y="0"/>
                  </a:lnTo>
                  <a:close/>
                </a:path>
              </a:pathLst>
            </a:custGeom>
            <a:solidFill>
              <a:srgbClr val="44A6B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5" name="Google Shape;175;p19"/>
            <p:cNvSpPr/>
            <p:nvPr/>
          </p:nvSpPr>
          <p:spPr>
            <a:xfrm>
              <a:off x="12151734" y="10723202"/>
              <a:ext cx="335915" cy="335915"/>
            </a:xfrm>
            <a:custGeom>
              <a:rect b="b" l="l" r="r" t="t"/>
              <a:pathLst>
                <a:path extrusionOk="0" h="335915" w="335915">
                  <a:moveTo>
                    <a:pt x="335602" y="0"/>
                  </a:moveTo>
                  <a:lnTo>
                    <a:pt x="0" y="0"/>
                  </a:lnTo>
                  <a:lnTo>
                    <a:pt x="0" y="335602"/>
                  </a:lnTo>
                  <a:lnTo>
                    <a:pt x="335602" y="335602"/>
                  </a:lnTo>
                  <a:lnTo>
                    <a:pt x="335602" y="0"/>
                  </a:lnTo>
                  <a:close/>
                </a:path>
              </a:pathLst>
            </a:custGeom>
            <a:solidFill>
              <a:srgbClr val="35A4C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76" name="Google Shape;176;p19"/>
          <p:cNvSpPr txBox="1"/>
          <p:nvPr>
            <p:ph type="title"/>
          </p:nvPr>
        </p:nvSpPr>
        <p:spPr>
          <a:xfrm>
            <a:off x="1321990" y="8235994"/>
            <a:ext cx="6048240" cy="2324921"/>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sz="5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cxnSp>
        <p:nvCxnSpPr>
          <p:cNvPr id="177" name="Google Shape;177;p19"/>
          <p:cNvCxnSpPr/>
          <p:nvPr/>
        </p:nvCxnSpPr>
        <p:spPr>
          <a:xfrm>
            <a:off x="7842250" y="7864475"/>
            <a:ext cx="0" cy="2696441"/>
          </a:xfrm>
          <a:prstGeom prst="straightConnector1">
            <a:avLst/>
          </a:prstGeom>
          <a:noFill/>
          <a:ln cap="flat" cmpd="sng" w="76200">
            <a:solidFill>
              <a:schemeClr val="dk1"/>
            </a:solidFill>
            <a:prstDash val="solid"/>
            <a:round/>
            <a:headEnd len="sm" w="sm" type="none"/>
            <a:tailEnd len="sm" w="sm" type="none"/>
          </a:ln>
        </p:spPr>
      </p:cxnSp>
      <p:sp>
        <p:nvSpPr>
          <p:cNvPr id="178" name="Google Shape;178;p19"/>
          <p:cNvSpPr txBox="1"/>
          <p:nvPr>
            <p:ph idx="1" type="body"/>
          </p:nvPr>
        </p:nvSpPr>
        <p:spPr>
          <a:xfrm>
            <a:off x="8314271" y="8170445"/>
            <a:ext cx="11193563" cy="190383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pic>
        <p:nvPicPr>
          <p:cNvPr id="179" name="Google Shape;179;p19"/>
          <p:cNvPicPr preferRelativeResize="0"/>
          <p:nvPr/>
        </p:nvPicPr>
        <p:blipFill rotWithShape="1">
          <a:blip r:embed="rId2">
            <a:alphaModFix/>
          </a:blip>
          <a:srcRect b="0" l="0" r="0" t="0"/>
          <a:stretch/>
        </p:blipFill>
        <p:spPr>
          <a:xfrm>
            <a:off x="-1" y="0"/>
            <a:ext cx="20104101" cy="7339012"/>
          </a:xfrm>
          <a:prstGeom prst="rect">
            <a:avLst/>
          </a:prstGeom>
          <a:noFill/>
          <a:ln>
            <a:noFill/>
          </a:ln>
        </p:spPr>
      </p:pic>
      <p:grpSp>
        <p:nvGrpSpPr>
          <p:cNvPr id="180" name="Google Shape;180;p19"/>
          <p:cNvGrpSpPr/>
          <p:nvPr/>
        </p:nvGrpSpPr>
        <p:grpSpPr>
          <a:xfrm>
            <a:off x="11728450" y="10226675"/>
            <a:ext cx="7874883" cy="697591"/>
            <a:chOff x="6622225" y="6259219"/>
            <a:chExt cx="5372103" cy="475884"/>
          </a:xfrm>
        </p:grpSpPr>
        <p:grpSp>
          <p:nvGrpSpPr>
            <p:cNvPr id="181" name="Google Shape;181;p19"/>
            <p:cNvGrpSpPr/>
            <p:nvPr/>
          </p:nvGrpSpPr>
          <p:grpSpPr>
            <a:xfrm>
              <a:off x="6622225" y="6411950"/>
              <a:ext cx="2602283" cy="224429"/>
              <a:chOff x="8592670" y="10723202"/>
              <a:chExt cx="3894979" cy="335915"/>
            </a:xfrm>
          </p:grpSpPr>
          <p:sp>
            <p:nvSpPr>
              <p:cNvPr id="182" name="Google Shape;182;p19"/>
              <p:cNvSpPr/>
              <p:nvPr/>
            </p:nvSpPr>
            <p:spPr>
              <a:xfrm>
                <a:off x="8592670" y="10723202"/>
                <a:ext cx="335915" cy="335915"/>
              </a:xfrm>
              <a:custGeom>
                <a:rect b="b" l="l" r="r" t="t"/>
                <a:pathLst>
                  <a:path extrusionOk="0" h="335915" w="335915">
                    <a:moveTo>
                      <a:pt x="335591" y="0"/>
                    </a:moveTo>
                    <a:lnTo>
                      <a:pt x="0" y="0"/>
                    </a:lnTo>
                    <a:lnTo>
                      <a:pt x="0" y="335602"/>
                    </a:lnTo>
                    <a:lnTo>
                      <a:pt x="335591" y="335602"/>
                    </a:lnTo>
                    <a:lnTo>
                      <a:pt x="335591" y="0"/>
                    </a:lnTo>
                    <a:close/>
                  </a:path>
                </a:pathLst>
              </a:custGeom>
              <a:solidFill>
                <a:srgbClr val="7B408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83" name="Google Shape;183;p19"/>
              <p:cNvSpPr/>
              <p:nvPr/>
            </p:nvSpPr>
            <p:spPr>
              <a:xfrm>
                <a:off x="9037546" y="10723202"/>
                <a:ext cx="335915" cy="335915"/>
              </a:xfrm>
              <a:custGeom>
                <a:rect b="b" l="l" r="r" t="t"/>
                <a:pathLst>
                  <a:path extrusionOk="0" h="335915" w="335915">
                    <a:moveTo>
                      <a:pt x="335602" y="0"/>
                    </a:moveTo>
                    <a:lnTo>
                      <a:pt x="0" y="0"/>
                    </a:lnTo>
                    <a:lnTo>
                      <a:pt x="0" y="335602"/>
                    </a:lnTo>
                    <a:lnTo>
                      <a:pt x="335602" y="335602"/>
                    </a:lnTo>
                    <a:lnTo>
                      <a:pt x="335602" y="0"/>
                    </a:lnTo>
                    <a:close/>
                  </a:path>
                </a:pathLst>
              </a:custGeom>
              <a:solidFill>
                <a:srgbClr val="D6843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84" name="Google Shape;184;p19"/>
              <p:cNvSpPr/>
              <p:nvPr/>
            </p:nvSpPr>
            <p:spPr>
              <a:xfrm>
                <a:off x="9482433" y="10723202"/>
                <a:ext cx="335915" cy="335915"/>
              </a:xfrm>
              <a:custGeom>
                <a:rect b="b" l="l" r="r" t="t"/>
                <a:pathLst>
                  <a:path extrusionOk="0" h="335915" w="335915">
                    <a:moveTo>
                      <a:pt x="335602" y="0"/>
                    </a:moveTo>
                    <a:lnTo>
                      <a:pt x="0" y="0"/>
                    </a:lnTo>
                    <a:lnTo>
                      <a:pt x="0" y="335602"/>
                    </a:lnTo>
                    <a:lnTo>
                      <a:pt x="335602" y="335602"/>
                    </a:lnTo>
                    <a:lnTo>
                      <a:pt x="335602" y="0"/>
                    </a:lnTo>
                    <a:close/>
                  </a:path>
                </a:pathLst>
              </a:custGeom>
              <a:solidFill>
                <a:srgbClr val="BD094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85" name="Google Shape;185;p19"/>
              <p:cNvSpPr/>
              <p:nvPr/>
            </p:nvSpPr>
            <p:spPr>
              <a:xfrm>
                <a:off x="9927320" y="10723202"/>
                <a:ext cx="335915" cy="335915"/>
              </a:xfrm>
              <a:custGeom>
                <a:rect b="b" l="l" r="r" t="t"/>
                <a:pathLst>
                  <a:path extrusionOk="0" h="335915" w="335915">
                    <a:moveTo>
                      <a:pt x="335602" y="0"/>
                    </a:moveTo>
                    <a:lnTo>
                      <a:pt x="0" y="0"/>
                    </a:lnTo>
                    <a:lnTo>
                      <a:pt x="0" y="335602"/>
                    </a:lnTo>
                    <a:lnTo>
                      <a:pt x="335602" y="335602"/>
                    </a:lnTo>
                    <a:lnTo>
                      <a:pt x="335602" y="0"/>
                    </a:lnTo>
                    <a:close/>
                  </a:path>
                </a:pathLst>
              </a:custGeom>
              <a:solidFill>
                <a:srgbClr val="BAC52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86" name="Google Shape;186;p19"/>
              <p:cNvSpPr/>
              <p:nvPr/>
            </p:nvSpPr>
            <p:spPr>
              <a:xfrm>
                <a:off x="10372207" y="10723202"/>
                <a:ext cx="335915" cy="335915"/>
              </a:xfrm>
              <a:custGeom>
                <a:rect b="b" l="l" r="r" t="t"/>
                <a:pathLst>
                  <a:path extrusionOk="0" h="335915" w="335915">
                    <a:moveTo>
                      <a:pt x="335591" y="0"/>
                    </a:moveTo>
                    <a:lnTo>
                      <a:pt x="0" y="0"/>
                    </a:lnTo>
                    <a:lnTo>
                      <a:pt x="0" y="335602"/>
                    </a:lnTo>
                    <a:lnTo>
                      <a:pt x="335591" y="335602"/>
                    </a:lnTo>
                    <a:lnTo>
                      <a:pt x="335591" y="0"/>
                    </a:lnTo>
                    <a:close/>
                  </a:path>
                </a:pathLst>
              </a:custGeom>
              <a:solidFill>
                <a:srgbClr val="92929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87" name="Google Shape;187;p19"/>
              <p:cNvSpPr/>
              <p:nvPr/>
            </p:nvSpPr>
            <p:spPr>
              <a:xfrm>
                <a:off x="10817084" y="10723202"/>
                <a:ext cx="335915" cy="335915"/>
              </a:xfrm>
              <a:custGeom>
                <a:rect b="b" l="l" r="r" t="t"/>
                <a:pathLst>
                  <a:path extrusionOk="0" h="335915" w="335915">
                    <a:moveTo>
                      <a:pt x="335602" y="0"/>
                    </a:moveTo>
                    <a:lnTo>
                      <a:pt x="0" y="0"/>
                    </a:lnTo>
                    <a:lnTo>
                      <a:pt x="0" y="335602"/>
                    </a:lnTo>
                    <a:lnTo>
                      <a:pt x="335602" y="335602"/>
                    </a:lnTo>
                    <a:lnTo>
                      <a:pt x="335602" y="0"/>
                    </a:lnTo>
                    <a:close/>
                  </a:path>
                </a:pathLst>
              </a:custGeom>
              <a:solidFill>
                <a:srgbClr val="2C3E8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88" name="Google Shape;188;p19"/>
              <p:cNvSpPr/>
              <p:nvPr/>
            </p:nvSpPr>
            <p:spPr>
              <a:xfrm>
                <a:off x="11261981" y="10723202"/>
                <a:ext cx="335915" cy="335915"/>
              </a:xfrm>
              <a:custGeom>
                <a:rect b="b" l="l" r="r" t="t"/>
                <a:pathLst>
                  <a:path extrusionOk="0" h="335915" w="335915">
                    <a:moveTo>
                      <a:pt x="335591" y="0"/>
                    </a:moveTo>
                    <a:lnTo>
                      <a:pt x="0" y="0"/>
                    </a:lnTo>
                    <a:lnTo>
                      <a:pt x="0" y="335602"/>
                    </a:lnTo>
                    <a:lnTo>
                      <a:pt x="335591" y="335602"/>
                    </a:lnTo>
                    <a:lnTo>
                      <a:pt x="335591" y="0"/>
                    </a:lnTo>
                    <a:close/>
                  </a:path>
                </a:pathLst>
              </a:custGeom>
              <a:solidFill>
                <a:srgbClr val="2C9146"/>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89" name="Google Shape;189;p19"/>
              <p:cNvSpPr/>
              <p:nvPr/>
            </p:nvSpPr>
            <p:spPr>
              <a:xfrm>
                <a:off x="11706858" y="10723202"/>
                <a:ext cx="335915" cy="335915"/>
              </a:xfrm>
              <a:custGeom>
                <a:rect b="b" l="l" r="r" t="t"/>
                <a:pathLst>
                  <a:path extrusionOk="0" h="335915" w="335915">
                    <a:moveTo>
                      <a:pt x="335602" y="0"/>
                    </a:moveTo>
                    <a:lnTo>
                      <a:pt x="0" y="0"/>
                    </a:lnTo>
                    <a:lnTo>
                      <a:pt x="0" y="335602"/>
                    </a:lnTo>
                    <a:lnTo>
                      <a:pt x="335602" y="335602"/>
                    </a:lnTo>
                    <a:lnTo>
                      <a:pt x="335602" y="0"/>
                    </a:lnTo>
                    <a:close/>
                  </a:path>
                </a:pathLst>
              </a:custGeom>
              <a:solidFill>
                <a:srgbClr val="44A6B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90" name="Google Shape;190;p19"/>
              <p:cNvSpPr/>
              <p:nvPr/>
            </p:nvSpPr>
            <p:spPr>
              <a:xfrm>
                <a:off x="12151734" y="10723202"/>
                <a:ext cx="335915" cy="335915"/>
              </a:xfrm>
              <a:custGeom>
                <a:rect b="b" l="l" r="r" t="t"/>
                <a:pathLst>
                  <a:path extrusionOk="0" h="335915" w="335915">
                    <a:moveTo>
                      <a:pt x="335602" y="0"/>
                    </a:moveTo>
                    <a:lnTo>
                      <a:pt x="0" y="0"/>
                    </a:lnTo>
                    <a:lnTo>
                      <a:pt x="0" y="335602"/>
                    </a:lnTo>
                    <a:lnTo>
                      <a:pt x="335602" y="335602"/>
                    </a:lnTo>
                    <a:lnTo>
                      <a:pt x="335602" y="0"/>
                    </a:lnTo>
                    <a:close/>
                  </a:path>
                </a:pathLst>
              </a:custGeom>
              <a:solidFill>
                <a:srgbClr val="35A4C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grpSp>
        <p:pic>
          <p:nvPicPr>
            <p:cNvPr id="191" name="Google Shape;191;p19"/>
            <p:cNvPicPr preferRelativeResize="0"/>
            <p:nvPr/>
          </p:nvPicPr>
          <p:blipFill rotWithShape="1">
            <a:blip r:embed="rId3">
              <a:alphaModFix/>
            </a:blip>
            <a:srcRect b="0" l="0" r="0" t="0"/>
            <a:stretch/>
          </p:blipFill>
          <p:spPr>
            <a:xfrm>
              <a:off x="9435812" y="6259219"/>
              <a:ext cx="2558516" cy="475884"/>
            </a:xfrm>
            <a:prstGeom prst="rect">
              <a:avLst/>
            </a:prstGeom>
            <a:noFill/>
            <a:ln>
              <a:noFill/>
            </a:ln>
          </p:spPr>
        </p:pic>
      </p:gr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2"/>
          <p:cNvSpPr txBox="1"/>
          <p:nvPr>
            <p:ph type="title"/>
          </p:nvPr>
        </p:nvSpPr>
        <p:spPr>
          <a:xfrm>
            <a:off x="880393" y="2411901"/>
            <a:ext cx="3956050" cy="1331595"/>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1" i="0" sz="855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2"/>
          <p:cNvSpPr txBox="1"/>
          <p:nvPr>
            <p:ph idx="1" type="body"/>
          </p:nvPr>
        </p:nvSpPr>
        <p:spPr>
          <a:xfrm>
            <a:off x="1005205" y="2601150"/>
            <a:ext cx="18093690" cy="7464171"/>
          </a:xfrm>
          <a:prstGeom prst="rect">
            <a:avLst/>
          </a:prstGeom>
          <a:noFill/>
          <a:ln>
            <a:noFill/>
          </a:ln>
        </p:spPr>
        <p:txBody>
          <a:bodyPr anchorCtr="0" anchor="t" bIns="0" lIns="0" spcFirstLastPara="1" rIns="0" wrap="square" tIns="0">
            <a:sp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9pPr>
          </a:lstStyle>
          <a:p/>
        </p:txBody>
      </p:sp>
      <p:sp>
        <p:nvSpPr>
          <p:cNvPr id="12" name="Google Shape;12;p12"/>
          <p:cNvSpPr txBox="1"/>
          <p:nvPr>
            <p:ph idx="11" type="ftr"/>
          </p:nvPr>
        </p:nvSpPr>
        <p:spPr>
          <a:xfrm>
            <a:off x="6835394" y="10517696"/>
            <a:ext cx="6433312" cy="565467"/>
          </a:xfrm>
          <a:prstGeom prst="rect">
            <a:avLst/>
          </a:prstGeom>
          <a:noFill/>
          <a:ln>
            <a:noFill/>
          </a:ln>
        </p:spPr>
        <p:txBody>
          <a:bodyPr anchorCtr="0" anchor="t" bIns="0" lIns="0" spcFirstLastPara="1" rIns="0" wrap="square" tIns="0">
            <a:spAutoFit/>
          </a:bodyPr>
          <a:lstStyle>
            <a:lvl1pPr lvl="0" marR="0" rtl="0" algn="ctr">
              <a:lnSpc>
                <a:spcPct val="100000"/>
              </a:lnSpc>
              <a:spcBef>
                <a:spcPts val="0"/>
              </a:spcBef>
              <a:spcAft>
                <a:spcPts val="0"/>
              </a:spcAft>
              <a:buClr>
                <a:srgbClr val="000000"/>
              </a:buClr>
              <a:buSzPts val="1400"/>
              <a:buFont typeface="Arial"/>
              <a:buNone/>
              <a:defRPr b="0" i="0" sz="18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12"/>
          <p:cNvSpPr txBox="1"/>
          <p:nvPr>
            <p:ph idx="10" type="dt"/>
          </p:nvPr>
        </p:nvSpPr>
        <p:spPr>
          <a:xfrm>
            <a:off x="1005205" y="10517696"/>
            <a:ext cx="4623943" cy="565467"/>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12"/>
          <p:cNvSpPr txBox="1"/>
          <p:nvPr>
            <p:ph idx="12" type="sldNum"/>
          </p:nvPr>
        </p:nvSpPr>
        <p:spPr>
          <a:xfrm>
            <a:off x="14474953" y="10517696"/>
            <a:ext cx="4623943" cy="565467"/>
          </a:xfrm>
          <a:prstGeom prst="rect">
            <a:avLst/>
          </a:prstGeom>
          <a:noFill/>
          <a:ln>
            <a:noFill/>
          </a:ln>
        </p:spPr>
        <p:txBody>
          <a:bodyPr anchorCtr="0" anchor="t" bIns="0" lIns="0" spcFirstLastPara="1" rIns="0" wrap="square" tIns="0">
            <a:spAutoFit/>
          </a:bodyPr>
          <a:lstStyle>
            <a:lvl1pPr indent="0" lvl="0"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L"/>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1.jpg"/><Relationship Id="rId4" Type="http://schemas.openxmlformats.org/officeDocument/2006/relationships/image" Target="../media/image20.jpg"/><Relationship Id="rId5" Type="http://schemas.openxmlformats.org/officeDocument/2006/relationships/image" Target="../media/image1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1.jpg"/><Relationship Id="rId4" Type="http://schemas.openxmlformats.org/officeDocument/2006/relationships/image" Target="../media/image20.jpg"/><Relationship Id="rId5"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4.png"/><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g317320215e8_1_35"/>
          <p:cNvSpPr txBox="1"/>
          <p:nvPr/>
        </p:nvSpPr>
        <p:spPr>
          <a:xfrm>
            <a:off x="4998950" y="7258051"/>
            <a:ext cx="10774500" cy="10005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1100"/>
              <a:buFont typeface="Arial"/>
              <a:buNone/>
            </a:pPr>
            <a:r>
              <a:rPr b="1" i="1" lang="es-CL" sz="5300">
                <a:solidFill>
                  <a:schemeClr val="dk1"/>
                </a:solidFill>
                <a:latin typeface="Calibri"/>
                <a:ea typeface="Calibri"/>
                <a:cs typeface="Calibri"/>
                <a:sym typeface="Calibri"/>
              </a:rPr>
              <a:t>Ingreso de vehículos al taller PepsiCo</a:t>
            </a:r>
            <a:endParaRPr b="0" i="0" sz="1400" u="none" cap="none" strike="noStrike">
              <a:solidFill>
                <a:srgbClr val="000000"/>
              </a:solidFill>
              <a:latin typeface="Arial"/>
              <a:ea typeface="Arial"/>
              <a:cs typeface="Arial"/>
              <a:sym typeface="Arial"/>
            </a:endParaRPr>
          </a:p>
        </p:txBody>
      </p:sp>
      <p:sp>
        <p:nvSpPr>
          <p:cNvPr id="197" name="Google Shape;197;g317320215e8_1_35"/>
          <p:cNvSpPr txBox="1"/>
          <p:nvPr/>
        </p:nvSpPr>
        <p:spPr>
          <a:xfrm>
            <a:off x="0" y="10385950"/>
            <a:ext cx="7243500" cy="861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i="0" lang="es-CL" sz="2200" u="none" cap="none" strike="noStrike">
                <a:solidFill>
                  <a:schemeClr val="lt1"/>
                </a:solidFill>
                <a:latin typeface="Calibri"/>
                <a:ea typeface="Calibri"/>
                <a:cs typeface="Calibri"/>
                <a:sym typeface="Calibri"/>
              </a:rPr>
              <a:t>Docente</a:t>
            </a:r>
            <a:endParaRPr i="0" sz="2200" u="none" cap="none" strike="noStrike">
              <a:solidFill>
                <a:schemeClr val="lt1"/>
              </a:solidFill>
              <a:latin typeface="Calibri"/>
              <a:ea typeface="Calibri"/>
              <a:cs typeface="Calibri"/>
              <a:sym typeface="Calibri"/>
            </a:endParaRPr>
          </a:p>
          <a:p>
            <a:pPr indent="0" lvl="0" marL="0" marR="0" rtl="0" algn="l">
              <a:lnSpc>
                <a:spcPct val="115000"/>
              </a:lnSpc>
              <a:spcBef>
                <a:spcPts val="0"/>
              </a:spcBef>
              <a:spcAft>
                <a:spcPts val="0"/>
              </a:spcAft>
              <a:buClr>
                <a:srgbClr val="000000"/>
              </a:buClr>
              <a:buSzPts val="2200"/>
              <a:buFont typeface="Arial"/>
              <a:buNone/>
            </a:pPr>
            <a:r>
              <a:rPr i="0" lang="es-CL" sz="2200" u="none" cap="none" strike="noStrike">
                <a:solidFill>
                  <a:schemeClr val="lt1"/>
                </a:solidFill>
                <a:latin typeface="Calibri"/>
                <a:ea typeface="Calibri"/>
                <a:cs typeface="Calibri"/>
                <a:sym typeface="Calibri"/>
              </a:rPr>
              <a:t>FABIAN ALEJANDRO ALVAREZ MONTENEGRO</a:t>
            </a:r>
            <a:endParaRPr i="0" sz="2200" u="none" cap="none" strike="noStrike">
              <a:solidFill>
                <a:srgbClr val="000000"/>
              </a:solidFill>
              <a:latin typeface="Calibri"/>
              <a:ea typeface="Calibri"/>
              <a:cs typeface="Calibri"/>
              <a:sym typeface="Calibri"/>
            </a:endParaRPr>
          </a:p>
        </p:txBody>
      </p:sp>
      <p:sp>
        <p:nvSpPr>
          <p:cNvPr id="198" name="Google Shape;198;g317320215e8_1_35"/>
          <p:cNvSpPr txBox="1"/>
          <p:nvPr/>
        </p:nvSpPr>
        <p:spPr>
          <a:xfrm>
            <a:off x="13525675" y="9600850"/>
            <a:ext cx="6456600" cy="1277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300"/>
              <a:buFont typeface="Arial"/>
              <a:buNone/>
            </a:pPr>
            <a:r>
              <a:t/>
            </a:r>
            <a:endParaRPr b="0" i="0" sz="2300" u="none" cap="none" strike="noStrike">
              <a:solidFill>
                <a:schemeClr val="lt1"/>
              </a:solidFill>
              <a:latin typeface="Comic Sans MS"/>
              <a:ea typeface="Comic Sans MS"/>
              <a:cs typeface="Comic Sans MS"/>
              <a:sym typeface="Comic Sans MS"/>
            </a:endParaRPr>
          </a:p>
          <a:p>
            <a:pPr indent="0" lvl="0" marL="0" marR="0" rtl="0" algn="r">
              <a:lnSpc>
                <a:spcPct val="100000"/>
              </a:lnSpc>
              <a:spcBef>
                <a:spcPts val="0"/>
              </a:spcBef>
              <a:spcAft>
                <a:spcPts val="0"/>
              </a:spcAft>
              <a:buClr>
                <a:srgbClr val="000000"/>
              </a:buClr>
              <a:buSzPts val="2400"/>
              <a:buFont typeface="Arial"/>
              <a:buNone/>
            </a:pPr>
            <a:r>
              <a:rPr i="0" lang="es-CL" sz="2400" u="none" cap="none" strike="noStrike">
                <a:solidFill>
                  <a:schemeClr val="lt1"/>
                </a:solidFill>
                <a:latin typeface="Calibri"/>
                <a:ea typeface="Calibri"/>
                <a:cs typeface="Calibri"/>
                <a:sym typeface="Calibri"/>
              </a:rPr>
              <a:t>Fecha:</a:t>
            </a:r>
            <a:r>
              <a:rPr lang="es-CL" sz="2400">
                <a:solidFill>
                  <a:schemeClr val="lt1"/>
                </a:solidFill>
                <a:latin typeface="Calibri"/>
                <a:ea typeface="Calibri"/>
                <a:cs typeface="Calibri"/>
                <a:sym typeface="Calibri"/>
              </a:rPr>
              <a:t> 04/12/2025</a:t>
            </a:r>
            <a:r>
              <a:rPr i="0" lang="es-CL" sz="2400" u="none" cap="none" strike="noStrike">
                <a:solidFill>
                  <a:schemeClr val="lt1"/>
                </a:solidFill>
                <a:latin typeface="Calibri"/>
                <a:ea typeface="Calibri"/>
                <a:cs typeface="Calibri"/>
                <a:sym typeface="Calibri"/>
              </a:rPr>
              <a:t>	</a:t>
            </a:r>
            <a:endParaRPr i="0" sz="2400" u="none" cap="none" strike="noStrike">
              <a:solidFill>
                <a:schemeClr val="lt1"/>
              </a:solidFill>
              <a:latin typeface="Calibri"/>
              <a:ea typeface="Calibri"/>
              <a:cs typeface="Calibri"/>
              <a:sym typeface="Calibri"/>
            </a:endParaRPr>
          </a:p>
          <a:p>
            <a:pPr indent="0" lvl="0" marL="0" marR="0" rtl="0" algn="r">
              <a:lnSpc>
                <a:spcPct val="100000"/>
              </a:lnSpc>
              <a:spcBef>
                <a:spcPts val="0"/>
              </a:spcBef>
              <a:spcAft>
                <a:spcPts val="0"/>
              </a:spcAft>
              <a:buClr>
                <a:srgbClr val="000000"/>
              </a:buClr>
              <a:buSzPts val="2400"/>
              <a:buFont typeface="Arial"/>
              <a:buNone/>
            </a:pPr>
            <a:r>
              <a:rPr i="0" lang="es-CL" sz="2400" u="none" cap="none" strike="noStrike">
                <a:solidFill>
                  <a:schemeClr val="lt1"/>
                </a:solidFill>
                <a:latin typeface="Calibri"/>
                <a:ea typeface="Calibri"/>
                <a:cs typeface="Calibri"/>
                <a:sym typeface="Calibri"/>
              </a:rPr>
              <a:t> Escuela de Informática y Telecomunicaciones</a:t>
            </a:r>
            <a:endParaRPr i="0" sz="800" u="none" cap="none" strike="noStrike">
              <a:solidFill>
                <a:srgbClr val="000000"/>
              </a:solidFill>
              <a:latin typeface="Calibri"/>
              <a:ea typeface="Calibri"/>
              <a:cs typeface="Calibri"/>
              <a:sym typeface="Calibri"/>
            </a:endParaRPr>
          </a:p>
        </p:txBody>
      </p:sp>
      <p:pic>
        <p:nvPicPr>
          <p:cNvPr id="199" name="Google Shape;199;g317320215e8_1_35"/>
          <p:cNvPicPr preferRelativeResize="0"/>
          <p:nvPr/>
        </p:nvPicPr>
        <p:blipFill rotWithShape="1">
          <a:blip r:embed="rId3">
            <a:alphaModFix/>
          </a:blip>
          <a:srcRect b="36879" l="0" r="0" t="37729"/>
          <a:stretch/>
        </p:blipFill>
        <p:spPr>
          <a:xfrm>
            <a:off x="539775" y="0"/>
            <a:ext cx="4667250" cy="13144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g317320215e8_1_141"/>
          <p:cNvSpPr txBox="1"/>
          <p:nvPr>
            <p:ph idx="1" type="body"/>
          </p:nvPr>
        </p:nvSpPr>
        <p:spPr>
          <a:xfrm>
            <a:off x="1061322" y="1156875"/>
            <a:ext cx="2832000" cy="5541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s-CL" sz="3600"/>
              <a:t>Introducción</a:t>
            </a:r>
            <a:endParaRPr sz="3600"/>
          </a:p>
        </p:txBody>
      </p:sp>
      <p:sp>
        <p:nvSpPr>
          <p:cNvPr id="206" name="Google Shape;206;g317320215e8_1_141"/>
          <p:cNvSpPr/>
          <p:nvPr/>
        </p:nvSpPr>
        <p:spPr>
          <a:xfrm>
            <a:off x="3732700" y="2869175"/>
            <a:ext cx="12638700" cy="6154500"/>
          </a:xfrm>
          <a:prstGeom prst="roundRect">
            <a:avLst>
              <a:gd fmla="val 16667" name="adj"/>
            </a:avLst>
          </a:prstGeom>
          <a:solidFill>
            <a:srgbClr val="FFFFFF"/>
          </a:solidFill>
          <a:ln cap="flat" cmpd="sng" w="12700">
            <a:solidFill>
              <a:srgbClr val="4472C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15000"/>
              </a:lnSpc>
              <a:spcBef>
                <a:spcPts val="1200"/>
              </a:spcBef>
              <a:spcAft>
                <a:spcPts val="0"/>
              </a:spcAft>
              <a:buClr>
                <a:schemeClr val="dk1"/>
              </a:buClr>
              <a:buSzPts val="1100"/>
              <a:buFont typeface="Arial"/>
              <a:buNone/>
            </a:pPr>
            <a:r>
              <a:rPr lang="es-CL" sz="3400">
                <a:solidFill>
                  <a:schemeClr val="dk1"/>
                </a:solidFill>
              </a:rPr>
              <a:t>Este proyecto surge como una oportunidad de potenciar la eficiencia en la administración de vehículos que ingresan a los talleres de PepsiCo Chile. Se busca implementar una plataforma centralizada que facilite la planificación, agilice la disponibilidad de información y contribuya a una operación más fluida y estandarizada.</a:t>
            </a:r>
            <a:endParaRPr b="0" i="0" sz="43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3"/>
          <p:cNvSpPr txBox="1"/>
          <p:nvPr>
            <p:ph idx="1" type="body"/>
          </p:nvPr>
        </p:nvSpPr>
        <p:spPr>
          <a:xfrm>
            <a:off x="0" y="839525"/>
            <a:ext cx="4947000" cy="1107996"/>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Clr>
                <a:schemeClr val="dk1"/>
              </a:buClr>
              <a:buSzPts val="1100"/>
              <a:buFont typeface="Arial"/>
              <a:buNone/>
            </a:pPr>
            <a:r>
              <a:rPr lang="es-CL" sz="3600">
                <a:latin typeface="Calibri"/>
                <a:ea typeface="Calibri"/>
                <a:cs typeface="Calibri"/>
                <a:sym typeface="Calibri"/>
              </a:rPr>
              <a:t>Integrantes del </a:t>
            </a:r>
            <a:endParaRPr/>
          </a:p>
          <a:p>
            <a:pPr indent="0" lvl="0" marL="0" rtl="0" algn="ctr">
              <a:lnSpc>
                <a:spcPct val="100000"/>
              </a:lnSpc>
              <a:spcBef>
                <a:spcPts val="0"/>
              </a:spcBef>
              <a:spcAft>
                <a:spcPts val="0"/>
              </a:spcAft>
              <a:buClr>
                <a:schemeClr val="dk1"/>
              </a:buClr>
              <a:buSzPts val="1100"/>
              <a:buFont typeface="Arial"/>
              <a:buNone/>
            </a:pPr>
            <a:r>
              <a:rPr lang="es-CL" sz="3600">
                <a:latin typeface="Calibri"/>
                <a:ea typeface="Calibri"/>
                <a:cs typeface="Calibri"/>
                <a:sym typeface="Calibri"/>
              </a:rPr>
              <a:t>Proyecto</a:t>
            </a:r>
            <a:endParaRPr/>
          </a:p>
        </p:txBody>
      </p:sp>
      <p:sp>
        <p:nvSpPr>
          <p:cNvPr id="212" name="Google Shape;212;p3"/>
          <p:cNvSpPr txBox="1"/>
          <p:nvPr/>
        </p:nvSpPr>
        <p:spPr>
          <a:xfrm>
            <a:off x="3930601" y="7454225"/>
            <a:ext cx="3451500" cy="468300"/>
          </a:xfrm>
          <a:prstGeom prst="rect">
            <a:avLst/>
          </a:prstGeom>
          <a:noFill/>
          <a:ln>
            <a:noFill/>
          </a:ln>
        </p:spPr>
        <p:txBody>
          <a:bodyPr anchorCtr="0" anchor="t" bIns="0" lIns="0" spcFirstLastPara="1" rIns="0" wrap="square" tIns="13950">
            <a:spAutoFit/>
          </a:bodyPr>
          <a:lstStyle/>
          <a:p>
            <a:pPr indent="0" lvl="0" marL="12700" marR="0" rtl="0" algn="ctr">
              <a:lnSpc>
                <a:spcPct val="100000"/>
              </a:lnSpc>
              <a:spcBef>
                <a:spcPts val="0"/>
              </a:spcBef>
              <a:spcAft>
                <a:spcPts val="0"/>
              </a:spcAft>
              <a:buClr>
                <a:srgbClr val="000000"/>
              </a:buClr>
              <a:buSzPts val="2950"/>
              <a:buFont typeface="Arial"/>
              <a:buNone/>
            </a:pPr>
            <a:r>
              <a:rPr b="1" lang="es-CL" sz="2950">
                <a:solidFill>
                  <a:schemeClr val="dk1"/>
                </a:solidFill>
              </a:rPr>
              <a:t>Gonzalo Montoya</a:t>
            </a:r>
            <a:endParaRPr b="0" i="0" sz="2950" u="none" cap="none" strike="noStrike">
              <a:solidFill>
                <a:schemeClr val="dk1"/>
              </a:solidFill>
              <a:latin typeface="Arial"/>
              <a:ea typeface="Arial"/>
              <a:cs typeface="Arial"/>
              <a:sym typeface="Arial"/>
            </a:endParaRPr>
          </a:p>
        </p:txBody>
      </p:sp>
      <p:sp>
        <p:nvSpPr>
          <p:cNvPr id="213" name="Google Shape;213;p3"/>
          <p:cNvSpPr/>
          <p:nvPr/>
        </p:nvSpPr>
        <p:spPr>
          <a:xfrm>
            <a:off x="5270952" y="8068123"/>
            <a:ext cx="770636" cy="64246"/>
          </a:xfrm>
          <a:custGeom>
            <a:rect b="b" l="l" r="r" t="t"/>
            <a:pathLst>
              <a:path extrusionOk="0" h="60325" w="751840">
                <a:moveTo>
                  <a:pt x="751281" y="0"/>
                </a:moveTo>
                <a:lnTo>
                  <a:pt x="0" y="0"/>
                </a:lnTo>
                <a:lnTo>
                  <a:pt x="0" y="23914"/>
                </a:lnTo>
                <a:lnTo>
                  <a:pt x="0" y="36080"/>
                </a:lnTo>
                <a:lnTo>
                  <a:pt x="0" y="60109"/>
                </a:lnTo>
                <a:lnTo>
                  <a:pt x="751281" y="60109"/>
                </a:lnTo>
                <a:lnTo>
                  <a:pt x="751281" y="36080"/>
                </a:lnTo>
                <a:lnTo>
                  <a:pt x="751281" y="23914"/>
                </a:lnTo>
                <a:lnTo>
                  <a:pt x="751281" y="0"/>
                </a:lnTo>
                <a:close/>
              </a:path>
            </a:pathLst>
          </a:custGeom>
          <a:solidFill>
            <a:srgbClr val="FEB6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4" name="Google Shape;214;p3"/>
          <p:cNvSpPr txBox="1"/>
          <p:nvPr/>
        </p:nvSpPr>
        <p:spPr>
          <a:xfrm>
            <a:off x="8453572" y="7454228"/>
            <a:ext cx="3123900" cy="468300"/>
          </a:xfrm>
          <a:prstGeom prst="rect">
            <a:avLst/>
          </a:prstGeom>
          <a:noFill/>
          <a:ln>
            <a:noFill/>
          </a:ln>
        </p:spPr>
        <p:txBody>
          <a:bodyPr anchorCtr="0" anchor="t" bIns="0" lIns="0" spcFirstLastPara="1" rIns="0" wrap="square" tIns="13950">
            <a:spAutoFit/>
          </a:bodyPr>
          <a:lstStyle/>
          <a:p>
            <a:pPr indent="0" lvl="0" marL="0" marR="0" rtl="0" algn="ctr">
              <a:lnSpc>
                <a:spcPct val="100000"/>
              </a:lnSpc>
              <a:spcBef>
                <a:spcPts val="0"/>
              </a:spcBef>
              <a:spcAft>
                <a:spcPts val="0"/>
              </a:spcAft>
              <a:buNone/>
            </a:pPr>
            <a:r>
              <a:rPr b="1" lang="es-CL" sz="2950">
                <a:solidFill>
                  <a:schemeClr val="dk1"/>
                </a:solidFill>
              </a:rPr>
              <a:t>Tomás Pérez</a:t>
            </a:r>
            <a:endParaRPr b="0" i="0" sz="2950" u="none" cap="none" strike="noStrike">
              <a:solidFill>
                <a:schemeClr val="dk1"/>
              </a:solidFill>
              <a:latin typeface="Arial"/>
              <a:ea typeface="Arial"/>
              <a:cs typeface="Arial"/>
              <a:sym typeface="Arial"/>
            </a:endParaRPr>
          </a:p>
        </p:txBody>
      </p:sp>
      <p:sp>
        <p:nvSpPr>
          <p:cNvPr id="215" name="Google Shape;215;p3"/>
          <p:cNvSpPr/>
          <p:nvPr/>
        </p:nvSpPr>
        <p:spPr>
          <a:xfrm>
            <a:off x="9630203" y="8003879"/>
            <a:ext cx="770636" cy="64246"/>
          </a:xfrm>
          <a:custGeom>
            <a:rect b="b" l="l" r="r" t="t"/>
            <a:pathLst>
              <a:path extrusionOk="0" h="60325" w="751840">
                <a:moveTo>
                  <a:pt x="751281" y="0"/>
                </a:moveTo>
                <a:lnTo>
                  <a:pt x="0" y="0"/>
                </a:lnTo>
                <a:lnTo>
                  <a:pt x="0" y="23914"/>
                </a:lnTo>
                <a:lnTo>
                  <a:pt x="0" y="36080"/>
                </a:lnTo>
                <a:lnTo>
                  <a:pt x="0" y="60109"/>
                </a:lnTo>
                <a:lnTo>
                  <a:pt x="751281" y="60109"/>
                </a:lnTo>
                <a:lnTo>
                  <a:pt x="751281" y="36080"/>
                </a:lnTo>
                <a:lnTo>
                  <a:pt x="751281" y="23914"/>
                </a:lnTo>
                <a:lnTo>
                  <a:pt x="751281" y="0"/>
                </a:lnTo>
                <a:close/>
              </a:path>
            </a:pathLst>
          </a:custGeom>
          <a:solidFill>
            <a:srgbClr val="FEB6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6" name="Google Shape;216;p3"/>
          <p:cNvSpPr txBox="1"/>
          <p:nvPr/>
        </p:nvSpPr>
        <p:spPr>
          <a:xfrm>
            <a:off x="12500600" y="7454225"/>
            <a:ext cx="3748200" cy="468300"/>
          </a:xfrm>
          <a:prstGeom prst="rect">
            <a:avLst/>
          </a:prstGeom>
          <a:noFill/>
          <a:ln>
            <a:noFill/>
          </a:ln>
        </p:spPr>
        <p:txBody>
          <a:bodyPr anchorCtr="0" anchor="t" bIns="0" lIns="0" spcFirstLastPara="1" rIns="0" wrap="square" tIns="13950">
            <a:spAutoFit/>
          </a:bodyPr>
          <a:lstStyle/>
          <a:p>
            <a:pPr indent="0" lvl="0" marL="0" marR="0" rtl="0" algn="ctr">
              <a:lnSpc>
                <a:spcPct val="100000"/>
              </a:lnSpc>
              <a:spcBef>
                <a:spcPts val="0"/>
              </a:spcBef>
              <a:spcAft>
                <a:spcPts val="0"/>
              </a:spcAft>
              <a:buNone/>
            </a:pPr>
            <a:r>
              <a:rPr b="1" lang="es-CL" sz="2950">
                <a:solidFill>
                  <a:schemeClr val="dk1"/>
                </a:solidFill>
              </a:rPr>
              <a:t>Roberto Montenegro</a:t>
            </a:r>
            <a:endParaRPr b="0" i="0" sz="2950" u="none" cap="none" strike="noStrike">
              <a:solidFill>
                <a:schemeClr val="dk1"/>
              </a:solidFill>
              <a:latin typeface="Arial"/>
              <a:ea typeface="Arial"/>
              <a:cs typeface="Arial"/>
              <a:sym typeface="Arial"/>
            </a:endParaRPr>
          </a:p>
        </p:txBody>
      </p:sp>
      <p:sp>
        <p:nvSpPr>
          <p:cNvPr id="217" name="Google Shape;217;p3"/>
          <p:cNvSpPr/>
          <p:nvPr/>
        </p:nvSpPr>
        <p:spPr>
          <a:xfrm>
            <a:off x="13987291" y="8003886"/>
            <a:ext cx="770636" cy="64246"/>
          </a:xfrm>
          <a:custGeom>
            <a:rect b="b" l="l" r="r" t="t"/>
            <a:pathLst>
              <a:path extrusionOk="0" h="60325" w="751840">
                <a:moveTo>
                  <a:pt x="751281" y="0"/>
                </a:moveTo>
                <a:lnTo>
                  <a:pt x="0" y="0"/>
                </a:lnTo>
                <a:lnTo>
                  <a:pt x="0" y="23914"/>
                </a:lnTo>
                <a:lnTo>
                  <a:pt x="0" y="36080"/>
                </a:lnTo>
                <a:lnTo>
                  <a:pt x="0" y="60109"/>
                </a:lnTo>
                <a:lnTo>
                  <a:pt x="751281" y="60109"/>
                </a:lnTo>
                <a:lnTo>
                  <a:pt x="751281" y="36080"/>
                </a:lnTo>
                <a:lnTo>
                  <a:pt x="751281" y="23914"/>
                </a:lnTo>
                <a:lnTo>
                  <a:pt x="751281" y="0"/>
                </a:lnTo>
                <a:close/>
              </a:path>
            </a:pathLst>
          </a:custGeom>
          <a:solidFill>
            <a:srgbClr val="FEB6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8" name="Google Shape;218;p3"/>
          <p:cNvSpPr/>
          <p:nvPr/>
        </p:nvSpPr>
        <p:spPr>
          <a:xfrm>
            <a:off x="12576025" y="2918825"/>
            <a:ext cx="3451500" cy="4206300"/>
          </a:xfrm>
          <a:prstGeom prst="roundRect">
            <a:avLst>
              <a:gd fmla="val 10000" name="adj"/>
            </a:avLst>
          </a:prstGeom>
          <a:solidFill>
            <a:srgbClr val="C3D4EB"/>
          </a:soli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 name="Google Shape;219;p3"/>
          <p:cNvSpPr/>
          <p:nvPr/>
        </p:nvSpPr>
        <p:spPr>
          <a:xfrm>
            <a:off x="3855300" y="3102375"/>
            <a:ext cx="3602100" cy="4072800"/>
          </a:xfrm>
          <a:prstGeom prst="roundRect">
            <a:avLst>
              <a:gd fmla="val 10000" name="adj"/>
            </a:avLst>
          </a:prstGeom>
          <a:solidFill>
            <a:srgbClr val="C3D4EB"/>
          </a:solidFill>
          <a:ln>
            <a:noFill/>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20" name="Google Shape;220;p3"/>
          <p:cNvPicPr preferRelativeResize="0"/>
          <p:nvPr/>
        </p:nvPicPr>
        <p:blipFill>
          <a:blip r:embed="rId3">
            <a:alphaModFix/>
          </a:blip>
          <a:stretch>
            <a:fillRect/>
          </a:stretch>
        </p:blipFill>
        <p:spPr>
          <a:xfrm>
            <a:off x="8222025" y="2918825"/>
            <a:ext cx="3587100" cy="4389900"/>
          </a:xfrm>
          <a:prstGeom prst="roundRect">
            <a:avLst>
              <a:gd fmla="val 16667" name="adj"/>
            </a:avLst>
          </a:prstGeom>
          <a:solidFill>
            <a:srgbClr val="C3D4EB"/>
          </a:solidFill>
          <a:ln>
            <a:noFill/>
          </a:ln>
          <a:effectLst>
            <a:outerShdw blurRad="57150" rotWithShape="0" algn="ctr" dir="5400000" dist="19050">
              <a:srgbClr val="000000">
                <a:alpha val="62750"/>
              </a:srgbClr>
            </a:outerShdw>
          </a:effectLst>
        </p:spPr>
      </p:pic>
      <p:pic>
        <p:nvPicPr>
          <p:cNvPr id="221" name="Google Shape;221;p3"/>
          <p:cNvPicPr preferRelativeResize="0"/>
          <p:nvPr/>
        </p:nvPicPr>
        <p:blipFill rotWithShape="1">
          <a:blip r:embed="rId4">
            <a:alphaModFix/>
          </a:blip>
          <a:srcRect b="0" l="0" r="0" t="8609"/>
          <a:stretch/>
        </p:blipFill>
        <p:spPr>
          <a:xfrm>
            <a:off x="3855400" y="2918720"/>
            <a:ext cx="3602100" cy="4389900"/>
          </a:xfrm>
          <a:prstGeom prst="roundRect">
            <a:avLst>
              <a:gd fmla="val 16667" name="adj"/>
            </a:avLst>
          </a:prstGeom>
          <a:solidFill>
            <a:srgbClr val="C3D4EB"/>
          </a:solidFill>
          <a:ln>
            <a:noFill/>
          </a:ln>
          <a:effectLst>
            <a:outerShdw blurRad="57150" rotWithShape="0" algn="ctr" dir="5400000" dist="19050">
              <a:srgbClr val="000000">
                <a:alpha val="62750"/>
              </a:srgbClr>
            </a:outerShdw>
          </a:effectLst>
        </p:spPr>
      </p:pic>
      <p:pic>
        <p:nvPicPr>
          <p:cNvPr id="222" name="Google Shape;222;p3"/>
          <p:cNvPicPr preferRelativeResize="0"/>
          <p:nvPr/>
        </p:nvPicPr>
        <p:blipFill>
          <a:blip r:embed="rId5">
            <a:alphaModFix/>
          </a:blip>
          <a:stretch>
            <a:fillRect/>
          </a:stretch>
        </p:blipFill>
        <p:spPr>
          <a:xfrm>
            <a:off x="12500600" y="2862676"/>
            <a:ext cx="3587100" cy="4510200"/>
          </a:xfrm>
          <a:prstGeom prst="roundRect">
            <a:avLst>
              <a:gd fmla="val 16667" name="adj"/>
            </a:avLst>
          </a:prstGeom>
          <a:solidFill>
            <a:srgbClr val="C3D4EB"/>
          </a:solidFill>
          <a:ln>
            <a:noFill/>
          </a:ln>
          <a:effectLst>
            <a:outerShdw blurRad="57150" rotWithShape="0" algn="ctr" dir="5400000" dist="19050">
              <a:srgbClr val="000000">
                <a:alpha val="62750"/>
              </a:srgbClr>
            </a:outerShdw>
          </a:effectLst>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g317320215e8_1_66"/>
          <p:cNvSpPr txBox="1"/>
          <p:nvPr/>
        </p:nvSpPr>
        <p:spPr>
          <a:xfrm>
            <a:off x="0" y="778600"/>
            <a:ext cx="4928700" cy="12006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Arial"/>
              <a:buNone/>
            </a:pPr>
            <a:r>
              <a:rPr b="1" i="0" lang="es-CL" sz="3600" u="none" cap="none" strike="noStrike">
                <a:solidFill>
                  <a:srgbClr val="000000"/>
                </a:solidFill>
                <a:latin typeface="Calibri"/>
                <a:ea typeface="Calibri"/>
                <a:cs typeface="Calibri"/>
                <a:sym typeface="Calibri"/>
              </a:rPr>
              <a:t>Descripción del origen de la problemática</a:t>
            </a:r>
            <a:endParaRPr b="1" i="0" sz="1800" u="none" cap="none" strike="noStrike">
              <a:solidFill>
                <a:srgbClr val="000000"/>
              </a:solidFill>
              <a:latin typeface="Calibri"/>
              <a:ea typeface="Calibri"/>
              <a:cs typeface="Calibri"/>
              <a:sym typeface="Calibri"/>
            </a:endParaRPr>
          </a:p>
        </p:txBody>
      </p:sp>
      <p:sp>
        <p:nvSpPr>
          <p:cNvPr id="229" name="Google Shape;229;g317320215e8_1_66"/>
          <p:cNvSpPr/>
          <p:nvPr/>
        </p:nvSpPr>
        <p:spPr>
          <a:xfrm>
            <a:off x="3654100" y="2514125"/>
            <a:ext cx="12795900" cy="6281100"/>
          </a:xfrm>
          <a:prstGeom prst="roundRect">
            <a:avLst>
              <a:gd fmla="val 16667" name="adj"/>
            </a:avLst>
          </a:prstGeom>
          <a:solidFill>
            <a:srgbClr val="FFFFFF"/>
          </a:solidFill>
          <a:ln cap="flat" cmpd="sng" w="12700">
            <a:solidFill>
              <a:srgbClr val="4472C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15000"/>
              </a:lnSpc>
              <a:spcBef>
                <a:spcPts val="1200"/>
              </a:spcBef>
              <a:spcAft>
                <a:spcPts val="0"/>
              </a:spcAft>
              <a:buClr>
                <a:srgbClr val="000000"/>
              </a:buClr>
              <a:buSzPts val="1100"/>
              <a:buFont typeface="Arial"/>
              <a:buNone/>
            </a:pPr>
            <a:r>
              <a:rPr lang="es-CL" sz="3400">
                <a:latin typeface="Calibri"/>
                <a:ea typeface="Calibri"/>
                <a:cs typeface="Calibri"/>
                <a:sym typeface="Calibri"/>
              </a:rPr>
              <a:t>El modelo de trabajo vigente en los talleres de PepsiCo Chile depende de registros hechos a mano y comunicaciones dispersas entre distintos actores. Esta forma de operar ha provocado dificultades en el control del proceso, pérdida de información relevante y ausencia de métricas confiables que permitan evaluar el desempeño y la trazabilidad del servicio.</a:t>
            </a:r>
            <a:endParaRPr sz="3400">
              <a:latin typeface="Calibri"/>
              <a:ea typeface="Calibri"/>
              <a:cs typeface="Calibri"/>
              <a:sym typeface="Calibri"/>
            </a:endParaRPr>
          </a:p>
          <a:p>
            <a:pPr indent="0" lvl="0" marL="0" marR="0" rtl="0" algn="l">
              <a:lnSpc>
                <a:spcPct val="115000"/>
              </a:lnSpc>
              <a:spcBef>
                <a:spcPts val="1200"/>
              </a:spcBef>
              <a:spcAft>
                <a:spcPts val="0"/>
              </a:spcAft>
              <a:buClr>
                <a:srgbClr val="000000"/>
              </a:buClr>
              <a:buSzPts val="1100"/>
              <a:buFont typeface="Arial"/>
              <a:buNone/>
            </a:pPr>
            <a:r>
              <a:t/>
            </a:r>
            <a:endParaRPr sz="2700">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g317320215e8_1_60"/>
          <p:cNvSpPr txBox="1"/>
          <p:nvPr/>
        </p:nvSpPr>
        <p:spPr>
          <a:xfrm>
            <a:off x="0" y="833525"/>
            <a:ext cx="4922100" cy="12002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600"/>
              <a:buFont typeface="Arial"/>
              <a:buNone/>
            </a:pPr>
            <a:r>
              <a:rPr b="1" i="0" lang="es-CL" sz="3600" u="none" cap="none" strike="noStrike">
                <a:solidFill>
                  <a:srgbClr val="000000"/>
                </a:solidFill>
                <a:latin typeface="Calibri"/>
                <a:ea typeface="Calibri"/>
                <a:cs typeface="Calibri"/>
                <a:sym typeface="Calibri"/>
              </a:rPr>
              <a:t>Descripción de</a:t>
            </a:r>
            <a:endParaRPr/>
          </a:p>
          <a:p>
            <a:pPr indent="0" lvl="0" marL="0" marR="0" rtl="0" algn="ctr">
              <a:lnSpc>
                <a:spcPct val="100000"/>
              </a:lnSpc>
              <a:spcBef>
                <a:spcPts val="0"/>
              </a:spcBef>
              <a:spcAft>
                <a:spcPts val="0"/>
              </a:spcAft>
              <a:buClr>
                <a:srgbClr val="000000"/>
              </a:buClr>
              <a:buSzPts val="3600"/>
              <a:buFont typeface="Arial"/>
              <a:buNone/>
            </a:pPr>
            <a:r>
              <a:rPr b="1" i="0" lang="es-CL" sz="3600" u="none" cap="none" strike="noStrike">
                <a:solidFill>
                  <a:srgbClr val="000000"/>
                </a:solidFill>
                <a:latin typeface="Calibri"/>
                <a:ea typeface="Calibri"/>
                <a:cs typeface="Calibri"/>
                <a:sym typeface="Calibri"/>
              </a:rPr>
              <a:t>Proyecto</a:t>
            </a:r>
            <a:endParaRPr b="1" i="0" sz="1800" u="none" cap="none" strike="noStrike">
              <a:solidFill>
                <a:srgbClr val="000000"/>
              </a:solidFill>
              <a:latin typeface="Calibri"/>
              <a:ea typeface="Calibri"/>
              <a:cs typeface="Calibri"/>
              <a:sym typeface="Calibri"/>
            </a:endParaRPr>
          </a:p>
        </p:txBody>
      </p:sp>
      <p:sp>
        <p:nvSpPr>
          <p:cNvPr id="236" name="Google Shape;236;g317320215e8_1_60"/>
          <p:cNvSpPr/>
          <p:nvPr/>
        </p:nvSpPr>
        <p:spPr>
          <a:xfrm>
            <a:off x="980993" y="2646196"/>
            <a:ext cx="7928400" cy="6760200"/>
          </a:xfrm>
          <a:prstGeom prst="roundRect">
            <a:avLst>
              <a:gd fmla="val 10901" name="adj"/>
            </a:avLst>
          </a:prstGeom>
          <a:solidFill>
            <a:srgbClr val="FFFFFF"/>
          </a:solidFill>
          <a:ln cap="flat" cmpd="sng" w="12700">
            <a:solidFill>
              <a:srgbClr val="4472C4"/>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i="0" lang="es-CL" sz="3000" u="sng" cap="none" strike="noStrike">
                <a:solidFill>
                  <a:srgbClr val="000000"/>
                </a:solidFill>
                <a:latin typeface="Calibri"/>
                <a:ea typeface="Calibri"/>
                <a:cs typeface="Calibri"/>
                <a:sym typeface="Calibri"/>
              </a:rPr>
              <a:t>Problemática</a:t>
            </a:r>
            <a:endParaRPr b="1" i="0" sz="16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t/>
            </a:r>
            <a:endParaRPr b="0" i="0" sz="1800" u="sng" cap="none" strike="noStrike">
              <a:solidFill>
                <a:srgbClr val="000000"/>
              </a:solidFill>
              <a:latin typeface="Calibri"/>
              <a:ea typeface="Calibri"/>
              <a:cs typeface="Calibri"/>
              <a:sym typeface="Calibri"/>
            </a:endParaRPr>
          </a:p>
          <a:p>
            <a:pPr indent="0" lvl="0" marL="0" marR="0" rtl="0" algn="ctr">
              <a:lnSpc>
                <a:spcPct val="100000"/>
              </a:lnSpc>
              <a:spcBef>
                <a:spcPts val="1200"/>
              </a:spcBef>
              <a:spcAft>
                <a:spcPts val="0"/>
              </a:spcAft>
              <a:buClr>
                <a:srgbClr val="000000"/>
              </a:buClr>
              <a:buSzPts val="1800"/>
              <a:buFont typeface="Arial"/>
              <a:buNone/>
            </a:pPr>
            <a:r>
              <a:t/>
            </a:r>
            <a:endParaRPr sz="1800">
              <a:latin typeface="Calibri"/>
              <a:ea typeface="Calibri"/>
              <a:cs typeface="Calibri"/>
              <a:sym typeface="Calibri"/>
            </a:endParaRPr>
          </a:p>
          <a:p>
            <a:pPr indent="0" lvl="0" marL="0" marR="0" rtl="0" algn="l">
              <a:lnSpc>
                <a:spcPct val="100000"/>
              </a:lnSpc>
              <a:spcBef>
                <a:spcPts val="1200"/>
              </a:spcBef>
              <a:spcAft>
                <a:spcPts val="0"/>
              </a:spcAft>
              <a:buClr>
                <a:srgbClr val="000000"/>
              </a:buClr>
              <a:buSzPts val="1800"/>
              <a:buFont typeface="Arial"/>
              <a:buNone/>
            </a:pPr>
            <a:r>
              <a:t/>
            </a:r>
            <a:endParaRPr sz="1800">
              <a:latin typeface="Calibri"/>
              <a:ea typeface="Calibri"/>
              <a:cs typeface="Calibri"/>
              <a:sym typeface="Calibri"/>
            </a:endParaRPr>
          </a:p>
          <a:p>
            <a:pPr indent="0" lvl="0" marL="0" marR="0" rtl="0" algn="just">
              <a:lnSpc>
                <a:spcPct val="100000"/>
              </a:lnSpc>
              <a:spcBef>
                <a:spcPts val="1200"/>
              </a:spcBef>
              <a:spcAft>
                <a:spcPts val="0"/>
              </a:spcAft>
              <a:buClr>
                <a:srgbClr val="000000"/>
              </a:buClr>
              <a:buSzPts val="1800"/>
              <a:buFont typeface="Arial"/>
              <a:buNone/>
            </a:pPr>
            <a:r>
              <a:rPr lang="es-CL" sz="3000">
                <a:solidFill>
                  <a:schemeClr val="dk1"/>
                </a:solidFill>
                <a:latin typeface="Calibri"/>
                <a:ea typeface="Calibri"/>
                <a:cs typeface="Calibri"/>
                <a:sym typeface="Calibri"/>
              </a:rPr>
              <a:t>Los problemas de PepsiCo Chile actualmente son:</a:t>
            </a:r>
            <a:endParaRPr sz="3000">
              <a:solidFill>
                <a:schemeClr val="dk1"/>
              </a:solidFill>
              <a:latin typeface="Calibri"/>
              <a:ea typeface="Calibri"/>
              <a:cs typeface="Calibri"/>
              <a:sym typeface="Calibri"/>
            </a:endParaRPr>
          </a:p>
          <a:p>
            <a:pPr indent="-419100" lvl="0" marL="457200" marR="0" rtl="0" algn="just">
              <a:lnSpc>
                <a:spcPct val="100000"/>
              </a:lnSpc>
              <a:spcBef>
                <a:spcPts val="1200"/>
              </a:spcBef>
              <a:spcAft>
                <a:spcPts val="0"/>
              </a:spcAft>
              <a:buClr>
                <a:schemeClr val="dk1"/>
              </a:buClr>
              <a:buSzPts val="3000"/>
              <a:buFont typeface="Calibri"/>
              <a:buChar char="●"/>
            </a:pPr>
            <a:r>
              <a:rPr lang="es-CL" sz="3000">
                <a:solidFill>
                  <a:schemeClr val="dk1"/>
                </a:solidFill>
                <a:latin typeface="Calibri"/>
                <a:ea typeface="Calibri"/>
                <a:cs typeface="Calibri"/>
                <a:sym typeface="Calibri"/>
              </a:rPr>
              <a:t>Trazabilidad.</a:t>
            </a:r>
            <a:endParaRPr sz="3000">
              <a:solidFill>
                <a:schemeClr val="dk1"/>
              </a:solidFill>
              <a:latin typeface="Calibri"/>
              <a:ea typeface="Calibri"/>
              <a:cs typeface="Calibri"/>
              <a:sym typeface="Calibri"/>
            </a:endParaRPr>
          </a:p>
          <a:p>
            <a:pPr indent="-419100" lvl="0" marL="457200" marR="0" rtl="0" algn="just">
              <a:lnSpc>
                <a:spcPct val="100000"/>
              </a:lnSpc>
              <a:spcBef>
                <a:spcPts val="0"/>
              </a:spcBef>
              <a:spcAft>
                <a:spcPts val="0"/>
              </a:spcAft>
              <a:buClr>
                <a:schemeClr val="dk1"/>
              </a:buClr>
              <a:buSzPts val="3000"/>
              <a:buFont typeface="Calibri"/>
              <a:buChar char="●"/>
            </a:pPr>
            <a:r>
              <a:rPr lang="es-CL" sz="3000">
                <a:solidFill>
                  <a:schemeClr val="dk1"/>
                </a:solidFill>
                <a:latin typeface="Calibri"/>
                <a:ea typeface="Calibri"/>
                <a:cs typeface="Calibri"/>
                <a:sym typeface="Calibri"/>
              </a:rPr>
              <a:t>Coordinación.</a:t>
            </a:r>
            <a:endParaRPr sz="3000">
              <a:solidFill>
                <a:schemeClr val="dk1"/>
              </a:solidFill>
              <a:latin typeface="Calibri"/>
              <a:ea typeface="Calibri"/>
              <a:cs typeface="Calibri"/>
              <a:sym typeface="Calibri"/>
            </a:endParaRPr>
          </a:p>
          <a:p>
            <a:pPr indent="-419100" lvl="0" marL="457200" marR="0" rtl="0" algn="just">
              <a:lnSpc>
                <a:spcPct val="100000"/>
              </a:lnSpc>
              <a:spcBef>
                <a:spcPts val="0"/>
              </a:spcBef>
              <a:spcAft>
                <a:spcPts val="0"/>
              </a:spcAft>
              <a:buClr>
                <a:schemeClr val="dk1"/>
              </a:buClr>
              <a:buSzPts val="3000"/>
              <a:buFont typeface="Calibri"/>
              <a:buChar char="●"/>
            </a:pPr>
            <a:r>
              <a:rPr lang="es-CL" sz="3000">
                <a:solidFill>
                  <a:schemeClr val="dk1"/>
                </a:solidFill>
                <a:latin typeface="Calibri"/>
                <a:ea typeface="Calibri"/>
                <a:cs typeface="Calibri"/>
                <a:sym typeface="Calibri"/>
              </a:rPr>
              <a:t>Medición de tiempos ineficiente.</a:t>
            </a:r>
            <a:endParaRPr sz="3000">
              <a:solidFill>
                <a:schemeClr val="dk1"/>
              </a:solidFill>
              <a:latin typeface="Calibri"/>
              <a:ea typeface="Calibri"/>
              <a:cs typeface="Calibri"/>
              <a:sym typeface="Calibri"/>
            </a:endParaRPr>
          </a:p>
          <a:p>
            <a:pPr indent="-419100" lvl="0" marL="457200" marR="0" rtl="0" algn="just">
              <a:lnSpc>
                <a:spcPct val="100000"/>
              </a:lnSpc>
              <a:spcBef>
                <a:spcPts val="0"/>
              </a:spcBef>
              <a:spcAft>
                <a:spcPts val="0"/>
              </a:spcAft>
              <a:buClr>
                <a:schemeClr val="dk1"/>
              </a:buClr>
              <a:buSzPts val="3000"/>
              <a:buFont typeface="Calibri"/>
              <a:buChar char="●"/>
            </a:pPr>
            <a:r>
              <a:rPr lang="es-CL" sz="3000">
                <a:solidFill>
                  <a:schemeClr val="dk1"/>
                </a:solidFill>
                <a:latin typeface="Calibri"/>
                <a:ea typeface="Calibri"/>
                <a:cs typeface="Calibri"/>
                <a:sym typeface="Calibri"/>
              </a:rPr>
              <a:t>Uso de hojas de cálculo y canales informales para registro y comunicación.</a:t>
            </a:r>
            <a:endParaRPr sz="3000">
              <a:solidFill>
                <a:schemeClr val="dk1"/>
              </a:solidFill>
              <a:latin typeface="Calibri"/>
              <a:ea typeface="Calibri"/>
              <a:cs typeface="Calibri"/>
              <a:sym typeface="Calibri"/>
            </a:endParaRPr>
          </a:p>
          <a:p>
            <a:pPr indent="0" lvl="0" marL="457200" marR="0" rtl="0" algn="l">
              <a:lnSpc>
                <a:spcPct val="100000"/>
              </a:lnSpc>
              <a:spcBef>
                <a:spcPts val="1200"/>
              </a:spcBef>
              <a:spcAft>
                <a:spcPts val="0"/>
              </a:spcAft>
              <a:buNone/>
            </a:pPr>
            <a:r>
              <a:t/>
            </a:r>
            <a:endParaRPr sz="1800">
              <a:latin typeface="Calibri"/>
              <a:ea typeface="Calibri"/>
              <a:cs typeface="Calibri"/>
              <a:sym typeface="Calibri"/>
            </a:endParaRPr>
          </a:p>
          <a:p>
            <a:pPr indent="0" lvl="0" marL="457200" marR="0" rtl="0" algn="ctr">
              <a:lnSpc>
                <a:spcPct val="100000"/>
              </a:lnSpc>
              <a:spcBef>
                <a:spcPts val="1200"/>
              </a:spcBef>
              <a:spcAft>
                <a:spcPts val="0"/>
              </a:spcAft>
              <a:buNone/>
            </a:pPr>
            <a:r>
              <a:t/>
            </a:r>
            <a:endParaRPr sz="1800">
              <a:latin typeface="Calibri"/>
              <a:ea typeface="Calibri"/>
              <a:cs typeface="Calibri"/>
              <a:sym typeface="Calibri"/>
            </a:endParaRPr>
          </a:p>
        </p:txBody>
      </p:sp>
      <p:sp>
        <p:nvSpPr>
          <p:cNvPr id="237" name="Google Shape;237;g317320215e8_1_60"/>
          <p:cNvSpPr/>
          <p:nvPr/>
        </p:nvSpPr>
        <p:spPr>
          <a:xfrm>
            <a:off x="10937300" y="2646125"/>
            <a:ext cx="8151900" cy="6760200"/>
          </a:xfrm>
          <a:prstGeom prst="roundRect">
            <a:avLst>
              <a:gd fmla="val 10901" name="adj"/>
            </a:avLst>
          </a:prstGeom>
          <a:solidFill>
            <a:srgbClr val="FFFFFF"/>
          </a:solidFill>
          <a:ln cap="flat" cmpd="sng" w="12700">
            <a:solidFill>
              <a:schemeClr val="dk2"/>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i="0" lang="es-CL" sz="3000" u="sng" cap="none" strike="noStrike">
                <a:solidFill>
                  <a:srgbClr val="000000"/>
                </a:solidFill>
                <a:latin typeface="Calibri"/>
                <a:ea typeface="Calibri"/>
                <a:cs typeface="Calibri"/>
                <a:sym typeface="Calibri"/>
              </a:rPr>
              <a:t>Propuesta Solución</a:t>
            </a:r>
            <a:endParaRPr b="1" i="0" sz="3000" u="sng" cap="none" strike="noStrike">
              <a:solidFill>
                <a:srgbClr val="000000"/>
              </a:solidFill>
              <a:latin typeface="Calibri"/>
              <a:ea typeface="Calibri"/>
              <a:cs typeface="Calibri"/>
              <a:sym typeface="Calibri"/>
            </a:endParaRPr>
          </a:p>
          <a:p>
            <a:pPr indent="0" lvl="0" marL="0" rtl="0" algn="just">
              <a:lnSpc>
                <a:spcPct val="107916"/>
              </a:lnSpc>
              <a:spcBef>
                <a:spcPts val="0"/>
              </a:spcBef>
              <a:spcAft>
                <a:spcPts val="0"/>
              </a:spcAft>
              <a:buClr>
                <a:schemeClr val="dk1"/>
              </a:buClr>
              <a:buSzPts val="1100"/>
              <a:buFont typeface="Arial"/>
              <a:buNone/>
            </a:pPr>
            <a:r>
              <a:t/>
            </a:r>
            <a:endParaRPr i="1" sz="1000">
              <a:solidFill>
                <a:srgbClr val="548DD4"/>
              </a:solidFill>
              <a:latin typeface="Calibri"/>
              <a:ea typeface="Calibri"/>
              <a:cs typeface="Calibri"/>
              <a:sym typeface="Calibri"/>
            </a:endParaRPr>
          </a:p>
          <a:p>
            <a:pPr indent="0" lvl="0" marL="0" rtl="0" algn="just">
              <a:lnSpc>
                <a:spcPct val="107916"/>
              </a:lnSpc>
              <a:spcBef>
                <a:spcPts val="800"/>
              </a:spcBef>
              <a:spcAft>
                <a:spcPts val="0"/>
              </a:spcAft>
              <a:buClr>
                <a:schemeClr val="dk1"/>
              </a:buClr>
              <a:buSzPts val="1100"/>
              <a:buFont typeface="Arial"/>
              <a:buNone/>
            </a:pPr>
            <a:r>
              <a:t/>
            </a:r>
            <a:endParaRPr i="1" sz="1000">
              <a:solidFill>
                <a:srgbClr val="548DD4"/>
              </a:solidFill>
              <a:latin typeface="Calibri"/>
              <a:ea typeface="Calibri"/>
              <a:cs typeface="Calibri"/>
              <a:sym typeface="Calibri"/>
            </a:endParaRPr>
          </a:p>
          <a:p>
            <a:pPr indent="0" lvl="0" marL="0" rtl="0" algn="just">
              <a:lnSpc>
                <a:spcPct val="107916"/>
              </a:lnSpc>
              <a:spcBef>
                <a:spcPts val="800"/>
              </a:spcBef>
              <a:spcAft>
                <a:spcPts val="0"/>
              </a:spcAft>
              <a:buClr>
                <a:schemeClr val="dk1"/>
              </a:buClr>
              <a:buSzPts val="1100"/>
              <a:buFont typeface="Arial"/>
              <a:buNone/>
            </a:pPr>
            <a:r>
              <a:t/>
            </a:r>
            <a:endParaRPr i="1" sz="1000">
              <a:solidFill>
                <a:srgbClr val="548DD4"/>
              </a:solidFill>
              <a:latin typeface="Calibri"/>
              <a:ea typeface="Calibri"/>
              <a:cs typeface="Calibri"/>
              <a:sym typeface="Calibri"/>
            </a:endParaRPr>
          </a:p>
          <a:p>
            <a:pPr indent="0" lvl="0" marL="0" rtl="0" algn="ctr">
              <a:lnSpc>
                <a:spcPct val="107916"/>
              </a:lnSpc>
              <a:spcBef>
                <a:spcPts val="800"/>
              </a:spcBef>
              <a:spcAft>
                <a:spcPts val="0"/>
              </a:spcAft>
              <a:buClr>
                <a:schemeClr val="dk1"/>
              </a:buClr>
              <a:buSzPts val="1100"/>
              <a:buFont typeface="Arial"/>
              <a:buNone/>
            </a:pPr>
            <a:r>
              <a:t/>
            </a:r>
            <a:endParaRPr i="1" sz="1000">
              <a:solidFill>
                <a:srgbClr val="548DD4"/>
              </a:solidFill>
              <a:latin typeface="Calibri"/>
              <a:ea typeface="Calibri"/>
              <a:cs typeface="Calibri"/>
              <a:sym typeface="Calibri"/>
            </a:endParaRPr>
          </a:p>
          <a:p>
            <a:pPr indent="0" lvl="0" marL="0" rtl="0" algn="ctr">
              <a:lnSpc>
                <a:spcPct val="107916"/>
              </a:lnSpc>
              <a:spcBef>
                <a:spcPts val="800"/>
              </a:spcBef>
              <a:spcAft>
                <a:spcPts val="0"/>
              </a:spcAft>
              <a:buClr>
                <a:schemeClr val="dk1"/>
              </a:buClr>
              <a:buSzPts val="1100"/>
              <a:buFont typeface="Arial"/>
              <a:buNone/>
            </a:pPr>
            <a:r>
              <a:t/>
            </a:r>
            <a:endParaRPr i="1" sz="1000">
              <a:solidFill>
                <a:srgbClr val="548DD4"/>
              </a:solidFill>
              <a:latin typeface="Calibri"/>
              <a:ea typeface="Calibri"/>
              <a:cs typeface="Calibri"/>
              <a:sym typeface="Calibri"/>
            </a:endParaRPr>
          </a:p>
          <a:p>
            <a:pPr indent="0" lvl="0" marL="0" rtl="0" algn="just">
              <a:lnSpc>
                <a:spcPct val="107916"/>
              </a:lnSpc>
              <a:spcBef>
                <a:spcPts val="800"/>
              </a:spcBef>
              <a:spcAft>
                <a:spcPts val="0"/>
              </a:spcAft>
              <a:buClr>
                <a:schemeClr val="dk1"/>
              </a:buClr>
              <a:buSzPts val="1100"/>
              <a:buFont typeface="Arial"/>
              <a:buNone/>
            </a:pPr>
            <a:r>
              <a:rPr lang="es-CL" sz="3000">
                <a:solidFill>
                  <a:schemeClr val="dk1"/>
                </a:solidFill>
                <a:latin typeface="Calibri"/>
                <a:ea typeface="Calibri"/>
                <a:cs typeface="Calibri"/>
                <a:sym typeface="Calibri"/>
              </a:rPr>
              <a:t>Crear una plataforma web la cual permita una mejor comunicación entre choferes, mecánicos y supervisores. Teniendo todo en un mismo medio, para así ahorrarse los problemas de control, trazabilidad, coordinación y medición de tiempos.</a:t>
            </a:r>
            <a:endParaRPr i="1" sz="3000">
              <a:solidFill>
                <a:schemeClr val="dk1"/>
              </a:solidFill>
              <a:latin typeface="Calibri"/>
              <a:ea typeface="Calibri"/>
              <a:cs typeface="Calibri"/>
              <a:sym typeface="Calibri"/>
            </a:endParaRPr>
          </a:p>
          <a:p>
            <a:pPr indent="0" lvl="0" marL="0" rtl="0" algn="ctr">
              <a:lnSpc>
                <a:spcPct val="107916"/>
              </a:lnSpc>
              <a:spcBef>
                <a:spcPts val="800"/>
              </a:spcBef>
              <a:spcAft>
                <a:spcPts val="0"/>
              </a:spcAft>
              <a:buClr>
                <a:schemeClr val="dk1"/>
              </a:buClr>
              <a:buSzPts val="1100"/>
              <a:buFont typeface="Arial"/>
              <a:buNone/>
            </a:pPr>
            <a:r>
              <a:t/>
            </a:r>
            <a:endParaRPr sz="1800">
              <a:solidFill>
                <a:schemeClr val="dk1"/>
              </a:solidFill>
              <a:latin typeface="Calibri"/>
              <a:ea typeface="Calibri"/>
              <a:cs typeface="Calibri"/>
              <a:sym typeface="Calibri"/>
            </a:endParaRPr>
          </a:p>
          <a:p>
            <a:pPr indent="0" lvl="0" marL="0" rtl="0" algn="just">
              <a:lnSpc>
                <a:spcPct val="107916"/>
              </a:lnSpc>
              <a:spcBef>
                <a:spcPts val="800"/>
              </a:spcBef>
              <a:spcAft>
                <a:spcPts val="0"/>
              </a:spcAft>
              <a:buClr>
                <a:schemeClr val="dk1"/>
              </a:buClr>
              <a:buSzPts val="1100"/>
              <a:buFont typeface="Arial"/>
              <a:buNone/>
            </a:pPr>
            <a:r>
              <a:t/>
            </a:r>
            <a:endParaRPr i="1" sz="1000">
              <a:solidFill>
                <a:srgbClr val="548DD4"/>
              </a:solidFill>
              <a:latin typeface="Calibri"/>
              <a:ea typeface="Calibri"/>
              <a:cs typeface="Calibri"/>
              <a:sym typeface="Calibri"/>
            </a:endParaRPr>
          </a:p>
          <a:p>
            <a:pPr indent="0" lvl="0" marL="0" rtl="0" algn="just">
              <a:lnSpc>
                <a:spcPct val="107916"/>
              </a:lnSpc>
              <a:spcBef>
                <a:spcPts val="800"/>
              </a:spcBef>
              <a:spcAft>
                <a:spcPts val="800"/>
              </a:spcAft>
              <a:buClr>
                <a:schemeClr val="dk1"/>
              </a:buClr>
              <a:buSzPts val="1100"/>
              <a:buFont typeface="Arial"/>
              <a:buNone/>
            </a:pPr>
            <a:r>
              <a:t/>
            </a:r>
            <a:endParaRPr sz="1000">
              <a:solidFill>
                <a:srgbClr val="548DD4"/>
              </a:solidFill>
              <a:latin typeface="Calibri"/>
              <a:ea typeface="Calibri"/>
              <a:cs typeface="Calibri"/>
              <a:sym typeface="Calibri"/>
            </a:endParaRPr>
          </a:p>
        </p:txBody>
      </p:sp>
      <p:sp>
        <p:nvSpPr>
          <p:cNvPr id="238" name="Google Shape;238;g317320215e8_1_60"/>
          <p:cNvSpPr/>
          <p:nvPr/>
        </p:nvSpPr>
        <p:spPr>
          <a:xfrm>
            <a:off x="9481753" y="5647696"/>
            <a:ext cx="1140600" cy="757200"/>
          </a:xfrm>
          <a:prstGeom prst="rightArrow">
            <a:avLst>
              <a:gd fmla="val 50000" name="adj1"/>
              <a:gd fmla="val 50000" name="adj2"/>
            </a:avLst>
          </a:prstGeom>
          <a:solidFill>
            <a:srgbClr val="4472C4"/>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1"/>
          <p:cNvSpPr txBox="1"/>
          <p:nvPr/>
        </p:nvSpPr>
        <p:spPr>
          <a:xfrm>
            <a:off x="1355525" y="1647075"/>
            <a:ext cx="16872600" cy="646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600"/>
              <a:buFont typeface="Arial"/>
              <a:buNone/>
            </a:pPr>
            <a:r>
              <a:rPr b="1" i="0" lang="es-CL" sz="3600" u="none" cap="none" strike="noStrike">
                <a:solidFill>
                  <a:srgbClr val="000000"/>
                </a:solidFill>
                <a:latin typeface="Calibri"/>
                <a:ea typeface="Calibri"/>
                <a:cs typeface="Calibri"/>
                <a:sym typeface="Calibri"/>
              </a:rPr>
              <a:t>Alcances</a:t>
            </a:r>
            <a:endParaRPr b="1" i="0" sz="1800" u="none" cap="none" strike="noStrike">
              <a:solidFill>
                <a:srgbClr val="000000"/>
              </a:solidFill>
              <a:latin typeface="Calibri"/>
              <a:ea typeface="Calibri"/>
              <a:cs typeface="Calibri"/>
              <a:sym typeface="Calibri"/>
            </a:endParaRPr>
          </a:p>
        </p:txBody>
      </p:sp>
      <p:sp>
        <p:nvSpPr>
          <p:cNvPr id="245" name="Google Shape;245;p1"/>
          <p:cNvSpPr txBox="1"/>
          <p:nvPr/>
        </p:nvSpPr>
        <p:spPr>
          <a:xfrm>
            <a:off x="1355526" y="5894821"/>
            <a:ext cx="16872600" cy="646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600"/>
              <a:buFont typeface="Arial"/>
              <a:buNone/>
            </a:pPr>
            <a:r>
              <a:rPr b="1" i="0" lang="es-CL" sz="3600" u="none" cap="none" strike="noStrike">
                <a:solidFill>
                  <a:srgbClr val="000000"/>
                </a:solidFill>
                <a:latin typeface="Calibri"/>
                <a:ea typeface="Calibri"/>
                <a:cs typeface="Calibri"/>
                <a:sym typeface="Calibri"/>
              </a:rPr>
              <a:t>Limitaciones</a:t>
            </a:r>
            <a:endParaRPr b="1" i="0" sz="1800" u="none" cap="none" strike="noStrike">
              <a:solidFill>
                <a:srgbClr val="000000"/>
              </a:solidFill>
              <a:latin typeface="Calibri"/>
              <a:ea typeface="Calibri"/>
              <a:cs typeface="Calibri"/>
              <a:sym typeface="Calibri"/>
            </a:endParaRPr>
          </a:p>
        </p:txBody>
      </p:sp>
      <p:sp>
        <p:nvSpPr>
          <p:cNvPr id="246" name="Google Shape;246;p1"/>
          <p:cNvSpPr/>
          <p:nvPr/>
        </p:nvSpPr>
        <p:spPr>
          <a:xfrm>
            <a:off x="2205959" y="2742341"/>
            <a:ext cx="15171900" cy="2628900"/>
          </a:xfrm>
          <a:prstGeom prst="roundRect">
            <a:avLst>
              <a:gd fmla="val 16667" name="adj"/>
            </a:avLst>
          </a:prstGeom>
          <a:solidFill>
            <a:srgbClr val="FFFFFF"/>
          </a:solidFill>
          <a:ln cap="flat" cmpd="sng" w="12700">
            <a:solidFill>
              <a:srgbClr val="4472C4"/>
            </a:solidFill>
            <a:prstDash val="solid"/>
            <a:miter lim="800000"/>
            <a:headEnd len="sm" w="sm" type="none"/>
            <a:tailEnd len="sm" w="sm" type="none"/>
          </a:ln>
        </p:spPr>
        <p:txBody>
          <a:bodyPr anchorCtr="0" anchor="ctr" bIns="45700" lIns="91425" spcFirstLastPara="1" rIns="91425" wrap="square" tIns="45700">
            <a:noAutofit/>
          </a:bodyPr>
          <a:lstStyle/>
          <a:p>
            <a:pPr indent="-355600" lvl="0" marL="457200" rtl="0" algn="l">
              <a:spcBef>
                <a:spcPts val="0"/>
              </a:spcBef>
              <a:spcAft>
                <a:spcPts val="0"/>
              </a:spcAft>
              <a:buSzPts val="2000"/>
              <a:buFont typeface="Calibri"/>
              <a:buChar char="●"/>
            </a:pPr>
            <a:r>
              <a:rPr lang="es-CL" sz="2000">
                <a:latin typeface="Calibri"/>
                <a:ea typeface="Calibri"/>
                <a:cs typeface="Calibri"/>
                <a:sym typeface="Calibri"/>
              </a:rPr>
              <a:t>Agendar el ingreso de vehículos.</a:t>
            </a:r>
            <a:endParaRPr sz="2000">
              <a:latin typeface="Calibri"/>
              <a:ea typeface="Calibri"/>
              <a:cs typeface="Calibri"/>
              <a:sym typeface="Calibri"/>
            </a:endParaRPr>
          </a:p>
          <a:p>
            <a:pPr indent="-355600" lvl="0" marL="457200" rtl="0" algn="l">
              <a:spcBef>
                <a:spcPts val="0"/>
              </a:spcBef>
              <a:spcAft>
                <a:spcPts val="0"/>
              </a:spcAft>
              <a:buSzPts val="2000"/>
              <a:buFont typeface="Calibri"/>
              <a:buChar char="●"/>
            </a:pPr>
            <a:r>
              <a:rPr lang="es-CL" sz="2000">
                <a:latin typeface="Calibri"/>
                <a:ea typeface="Calibri"/>
                <a:cs typeface="Calibri"/>
                <a:sym typeface="Calibri"/>
              </a:rPr>
              <a:t>Crear perfiles de usuarios con permisos diferenciados.</a:t>
            </a:r>
            <a:endParaRPr sz="2000">
              <a:latin typeface="Calibri"/>
              <a:ea typeface="Calibri"/>
              <a:cs typeface="Calibri"/>
              <a:sym typeface="Calibri"/>
            </a:endParaRPr>
          </a:p>
          <a:p>
            <a:pPr indent="-355600" lvl="0" marL="457200" rtl="0" algn="l">
              <a:spcBef>
                <a:spcPts val="0"/>
              </a:spcBef>
              <a:spcAft>
                <a:spcPts val="0"/>
              </a:spcAft>
              <a:buSzPts val="2000"/>
              <a:buFont typeface="Calibri"/>
              <a:buChar char="●"/>
            </a:pPr>
            <a:r>
              <a:rPr lang="es-CL" sz="2000">
                <a:latin typeface="Calibri"/>
                <a:ea typeface="Calibri"/>
                <a:cs typeface="Calibri"/>
                <a:sym typeface="Calibri"/>
              </a:rPr>
              <a:t>Subida de documentos, imágenes e informes.</a:t>
            </a:r>
            <a:endParaRPr sz="2000">
              <a:latin typeface="Calibri"/>
              <a:ea typeface="Calibri"/>
              <a:cs typeface="Calibri"/>
              <a:sym typeface="Calibri"/>
            </a:endParaRPr>
          </a:p>
          <a:p>
            <a:pPr indent="-355600" lvl="0" marL="457200" rtl="0" algn="l">
              <a:spcBef>
                <a:spcPts val="0"/>
              </a:spcBef>
              <a:spcAft>
                <a:spcPts val="0"/>
              </a:spcAft>
              <a:buSzPts val="2000"/>
              <a:buFont typeface="Calibri"/>
              <a:buChar char="●"/>
            </a:pPr>
            <a:r>
              <a:rPr lang="es-CL" sz="2000">
                <a:latin typeface="Calibri"/>
                <a:ea typeface="Calibri"/>
                <a:cs typeface="Calibri"/>
                <a:sym typeface="Calibri"/>
              </a:rPr>
              <a:t>Enviar notificaciones de manera automática.</a:t>
            </a:r>
            <a:endParaRPr sz="2000">
              <a:latin typeface="Calibri"/>
              <a:ea typeface="Calibri"/>
              <a:cs typeface="Calibri"/>
              <a:sym typeface="Calibri"/>
            </a:endParaRPr>
          </a:p>
          <a:p>
            <a:pPr indent="-355600" lvl="0" marL="457200" rtl="0" algn="l">
              <a:spcBef>
                <a:spcPts val="0"/>
              </a:spcBef>
              <a:spcAft>
                <a:spcPts val="0"/>
              </a:spcAft>
              <a:buSzPts val="2000"/>
              <a:buFont typeface="Calibri"/>
              <a:buChar char="●"/>
            </a:pPr>
            <a:r>
              <a:rPr lang="es-CL" sz="2000">
                <a:latin typeface="Calibri"/>
                <a:ea typeface="Calibri"/>
                <a:cs typeface="Calibri"/>
                <a:sym typeface="Calibri"/>
              </a:rPr>
              <a:t>Generar documentos que determinan los tiempos de reparación y trabajo realizado.</a:t>
            </a:r>
            <a:endParaRPr sz="2000">
              <a:latin typeface="Calibri"/>
              <a:ea typeface="Calibri"/>
              <a:cs typeface="Calibri"/>
              <a:sym typeface="Calibri"/>
            </a:endParaRPr>
          </a:p>
          <a:p>
            <a:pPr indent="-355600" lvl="0" marL="457200" rtl="0" algn="l">
              <a:spcBef>
                <a:spcPts val="0"/>
              </a:spcBef>
              <a:spcAft>
                <a:spcPts val="0"/>
              </a:spcAft>
              <a:buSzPts val="2000"/>
              <a:buFont typeface="Calibri"/>
              <a:buChar char="●"/>
            </a:pPr>
            <a:r>
              <a:rPr lang="es-CL" sz="2000">
                <a:latin typeface="Calibri"/>
                <a:ea typeface="Calibri"/>
                <a:cs typeface="Calibri"/>
                <a:sym typeface="Calibri"/>
              </a:rPr>
              <a:t>Contar con un enlace centralizado para acceder a toda la documentación de un vehículo.</a:t>
            </a:r>
            <a:endParaRPr sz="1800">
              <a:latin typeface="Calibri"/>
              <a:ea typeface="Calibri"/>
              <a:cs typeface="Calibri"/>
              <a:sym typeface="Calibri"/>
            </a:endParaRPr>
          </a:p>
        </p:txBody>
      </p:sp>
      <p:sp>
        <p:nvSpPr>
          <p:cNvPr id="247" name="Google Shape;247;p1"/>
          <p:cNvSpPr/>
          <p:nvPr/>
        </p:nvSpPr>
        <p:spPr>
          <a:xfrm>
            <a:off x="2205875" y="6850673"/>
            <a:ext cx="15171900" cy="2974800"/>
          </a:xfrm>
          <a:prstGeom prst="roundRect">
            <a:avLst>
              <a:gd fmla="val 16667" name="adj"/>
            </a:avLst>
          </a:prstGeom>
          <a:solidFill>
            <a:srgbClr val="FFFFFF"/>
          </a:solidFill>
          <a:ln cap="flat" cmpd="sng" w="12700">
            <a:solidFill>
              <a:srgbClr val="4472C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15000"/>
              </a:lnSpc>
              <a:spcBef>
                <a:spcPts val="1200"/>
              </a:spcBef>
              <a:spcAft>
                <a:spcPts val="0"/>
              </a:spcAft>
              <a:buNone/>
            </a:pPr>
            <a:r>
              <a:t/>
            </a:r>
            <a:endParaRPr sz="2000">
              <a:latin typeface="Calibri"/>
              <a:ea typeface="Calibri"/>
              <a:cs typeface="Calibri"/>
              <a:sym typeface="Calibri"/>
            </a:endParaRPr>
          </a:p>
          <a:p>
            <a:pPr indent="0" lvl="0" marL="0" marR="0" rtl="0" algn="l">
              <a:lnSpc>
                <a:spcPct val="115000"/>
              </a:lnSpc>
              <a:spcBef>
                <a:spcPts val="1200"/>
              </a:spcBef>
              <a:spcAft>
                <a:spcPts val="0"/>
              </a:spcAft>
              <a:buNone/>
            </a:pPr>
            <a:r>
              <a:t/>
            </a:r>
            <a:endParaRPr sz="2000">
              <a:latin typeface="Calibri"/>
              <a:ea typeface="Calibri"/>
              <a:cs typeface="Calibri"/>
              <a:sym typeface="Calibri"/>
            </a:endParaRPr>
          </a:p>
          <a:p>
            <a:pPr indent="0" lvl="0" marL="0" marR="0" rtl="0" algn="l">
              <a:lnSpc>
                <a:spcPct val="115000"/>
              </a:lnSpc>
              <a:spcBef>
                <a:spcPts val="1200"/>
              </a:spcBef>
              <a:spcAft>
                <a:spcPts val="0"/>
              </a:spcAft>
              <a:buNone/>
            </a:pPr>
            <a:r>
              <a:t/>
            </a:r>
            <a:endParaRPr sz="2000">
              <a:latin typeface="Calibri"/>
              <a:ea typeface="Calibri"/>
              <a:cs typeface="Calibri"/>
              <a:sym typeface="Calibri"/>
            </a:endParaRPr>
          </a:p>
          <a:p>
            <a:pPr indent="0" lvl="0" marL="0" marR="0" rtl="0" algn="l">
              <a:lnSpc>
                <a:spcPct val="115000"/>
              </a:lnSpc>
              <a:spcBef>
                <a:spcPts val="1200"/>
              </a:spcBef>
              <a:spcAft>
                <a:spcPts val="0"/>
              </a:spcAft>
              <a:buNone/>
            </a:pPr>
            <a:r>
              <a:t/>
            </a:r>
            <a:endParaRPr sz="2000">
              <a:latin typeface="Calibri"/>
              <a:ea typeface="Calibri"/>
              <a:cs typeface="Calibri"/>
              <a:sym typeface="Calibri"/>
            </a:endParaRPr>
          </a:p>
          <a:p>
            <a:pPr indent="-355600" lvl="0" marL="457200" marR="0" rtl="0" algn="l">
              <a:lnSpc>
                <a:spcPct val="115000"/>
              </a:lnSpc>
              <a:spcBef>
                <a:spcPts val="1200"/>
              </a:spcBef>
              <a:spcAft>
                <a:spcPts val="0"/>
              </a:spcAft>
              <a:buSzPts val="2000"/>
              <a:buFont typeface="Calibri"/>
              <a:buChar char="●"/>
            </a:pPr>
            <a:r>
              <a:rPr lang="es-CL" sz="2000">
                <a:latin typeface="Calibri"/>
                <a:ea typeface="Calibri"/>
                <a:cs typeface="Calibri"/>
                <a:sym typeface="Calibri"/>
              </a:rPr>
              <a:t>Dependencia de herramientas externas.</a:t>
            </a:r>
            <a:endParaRPr sz="2000">
              <a:latin typeface="Calibri"/>
              <a:ea typeface="Calibri"/>
              <a:cs typeface="Calibri"/>
              <a:sym typeface="Calibri"/>
            </a:endParaRPr>
          </a:p>
          <a:p>
            <a:pPr indent="-355600" lvl="0" marL="457200" marR="0" rtl="0" algn="l">
              <a:lnSpc>
                <a:spcPct val="115000"/>
              </a:lnSpc>
              <a:spcBef>
                <a:spcPts val="0"/>
              </a:spcBef>
              <a:spcAft>
                <a:spcPts val="0"/>
              </a:spcAft>
              <a:buSzPts val="2000"/>
              <a:buFont typeface="Calibri"/>
              <a:buChar char="●"/>
            </a:pPr>
            <a:r>
              <a:rPr lang="es-CL" sz="2000">
                <a:latin typeface="Calibri"/>
                <a:ea typeface="Calibri"/>
                <a:cs typeface="Calibri"/>
                <a:sym typeface="Calibri"/>
              </a:rPr>
              <a:t>Alfabetización digital.</a:t>
            </a:r>
            <a:endParaRPr sz="2000">
              <a:latin typeface="Calibri"/>
              <a:ea typeface="Calibri"/>
              <a:cs typeface="Calibri"/>
              <a:sym typeface="Calibri"/>
            </a:endParaRPr>
          </a:p>
          <a:p>
            <a:pPr indent="-355600" lvl="0" marL="457200" marR="0" rtl="0" algn="l">
              <a:lnSpc>
                <a:spcPct val="115000"/>
              </a:lnSpc>
              <a:spcBef>
                <a:spcPts val="0"/>
              </a:spcBef>
              <a:spcAft>
                <a:spcPts val="0"/>
              </a:spcAft>
              <a:buSzPts val="2000"/>
              <a:buFont typeface="Calibri"/>
              <a:buChar char="●"/>
            </a:pPr>
            <a:r>
              <a:rPr lang="es-CL" sz="2000">
                <a:latin typeface="Calibri"/>
                <a:ea typeface="Calibri"/>
                <a:cs typeface="Calibri"/>
                <a:sym typeface="Calibri"/>
              </a:rPr>
              <a:t>Dependencia de conexión a internet.</a:t>
            </a:r>
            <a:endParaRPr sz="2000">
              <a:latin typeface="Calibri"/>
              <a:ea typeface="Calibri"/>
              <a:cs typeface="Calibri"/>
              <a:sym typeface="Calibri"/>
            </a:endParaRPr>
          </a:p>
          <a:p>
            <a:pPr indent="0" lvl="0" marL="0" marR="0" rtl="0" algn="l">
              <a:lnSpc>
                <a:spcPct val="115000"/>
              </a:lnSpc>
              <a:spcBef>
                <a:spcPts val="120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a:p>
            <a:pPr indent="0" lvl="0" marL="0" marR="0" rtl="0" algn="l">
              <a:lnSpc>
                <a:spcPct val="115000"/>
              </a:lnSpc>
              <a:spcBef>
                <a:spcPts val="1200"/>
              </a:spcBef>
              <a:spcAft>
                <a:spcPts val="0"/>
              </a:spcAft>
              <a:buClr>
                <a:schemeClr val="dk1"/>
              </a:buClr>
              <a:buSzPts val="1100"/>
              <a:buFont typeface="Arial"/>
              <a:buNone/>
            </a:pPr>
            <a:r>
              <a:t/>
            </a:r>
            <a:endParaRPr b="0" i="0" sz="2000" u="none" cap="none" strike="noStrike">
              <a:solidFill>
                <a:schemeClr val="dk1"/>
              </a:solidFill>
              <a:latin typeface="Calibri"/>
              <a:ea typeface="Calibri"/>
              <a:cs typeface="Calibri"/>
              <a:sym typeface="Calibri"/>
            </a:endParaRPr>
          </a:p>
          <a:p>
            <a:pPr indent="0" lvl="0" marL="0" marR="0" rtl="0" algn="l">
              <a:lnSpc>
                <a:spcPct val="115000"/>
              </a:lnSpc>
              <a:spcBef>
                <a:spcPts val="1200"/>
              </a:spcBef>
              <a:spcAft>
                <a:spcPts val="0"/>
              </a:spcAft>
              <a:buClr>
                <a:schemeClr val="dk1"/>
              </a:buClr>
              <a:buSzPts val="1100"/>
              <a:buFont typeface="Arial"/>
              <a:buNone/>
            </a:pPr>
            <a:r>
              <a:t/>
            </a:r>
            <a:endParaRPr b="0" i="0" sz="2000" u="none" cap="none" strike="noStrike">
              <a:solidFill>
                <a:schemeClr val="dk1"/>
              </a:solidFill>
              <a:latin typeface="Calibri"/>
              <a:ea typeface="Calibri"/>
              <a:cs typeface="Calibri"/>
              <a:sym typeface="Calibri"/>
            </a:endParaRPr>
          </a:p>
          <a:p>
            <a:pPr indent="0" lvl="0" marL="0" marR="0" rtl="0" algn="l">
              <a:lnSpc>
                <a:spcPct val="115000"/>
              </a:lnSpc>
              <a:spcBef>
                <a:spcPts val="1200"/>
              </a:spcBef>
              <a:spcAft>
                <a:spcPts val="120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48" name="Google Shape;248;p1"/>
          <p:cNvSpPr txBox="1"/>
          <p:nvPr>
            <p:ph idx="1" type="body"/>
          </p:nvPr>
        </p:nvSpPr>
        <p:spPr>
          <a:xfrm>
            <a:off x="0" y="1092975"/>
            <a:ext cx="4947000" cy="5541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Clr>
                <a:schemeClr val="dk1"/>
              </a:buClr>
              <a:buSzPts val="1100"/>
              <a:buFont typeface="Arial"/>
              <a:buNone/>
            </a:pPr>
            <a:r>
              <a:rPr lang="es-CL" sz="3600">
                <a:latin typeface="Calibri"/>
                <a:ea typeface="Calibri"/>
                <a:cs typeface="Calibri"/>
                <a:sym typeface="Calibri"/>
              </a:rPr>
              <a:t>Alcance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g317320215e8_1_76"/>
          <p:cNvSpPr txBox="1"/>
          <p:nvPr/>
        </p:nvSpPr>
        <p:spPr>
          <a:xfrm>
            <a:off x="1355525" y="1647075"/>
            <a:ext cx="16872600" cy="646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600"/>
              <a:buFont typeface="Arial"/>
              <a:buNone/>
            </a:pPr>
            <a:r>
              <a:rPr b="1" i="0" lang="es-CL" sz="3600" u="none" cap="none" strike="noStrike">
                <a:solidFill>
                  <a:srgbClr val="000000"/>
                </a:solidFill>
                <a:latin typeface="Calibri"/>
                <a:ea typeface="Calibri"/>
                <a:cs typeface="Calibri"/>
                <a:sym typeface="Calibri"/>
              </a:rPr>
              <a:t>Objetivo General</a:t>
            </a:r>
            <a:endParaRPr b="1" i="0" sz="1800" u="none" cap="none" strike="noStrike">
              <a:solidFill>
                <a:srgbClr val="000000"/>
              </a:solidFill>
              <a:latin typeface="Calibri"/>
              <a:ea typeface="Calibri"/>
              <a:cs typeface="Calibri"/>
              <a:sym typeface="Calibri"/>
            </a:endParaRPr>
          </a:p>
        </p:txBody>
      </p:sp>
      <p:sp>
        <p:nvSpPr>
          <p:cNvPr id="255" name="Google Shape;255;g317320215e8_1_76"/>
          <p:cNvSpPr txBox="1"/>
          <p:nvPr/>
        </p:nvSpPr>
        <p:spPr>
          <a:xfrm>
            <a:off x="1355526" y="5894821"/>
            <a:ext cx="16872600" cy="646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600"/>
              <a:buFont typeface="Arial"/>
              <a:buNone/>
            </a:pPr>
            <a:r>
              <a:rPr b="1" i="0" lang="es-CL" sz="3600" u="none" cap="none" strike="noStrike">
                <a:solidFill>
                  <a:srgbClr val="000000"/>
                </a:solidFill>
                <a:latin typeface="Calibri"/>
                <a:ea typeface="Calibri"/>
                <a:cs typeface="Calibri"/>
                <a:sym typeface="Calibri"/>
              </a:rPr>
              <a:t>Objetivos Específicos</a:t>
            </a:r>
            <a:endParaRPr b="1" i="0" sz="1800" u="none" cap="none" strike="noStrike">
              <a:solidFill>
                <a:srgbClr val="000000"/>
              </a:solidFill>
              <a:latin typeface="Calibri"/>
              <a:ea typeface="Calibri"/>
              <a:cs typeface="Calibri"/>
              <a:sym typeface="Calibri"/>
            </a:endParaRPr>
          </a:p>
        </p:txBody>
      </p:sp>
      <p:sp>
        <p:nvSpPr>
          <p:cNvPr id="256" name="Google Shape;256;g317320215e8_1_76"/>
          <p:cNvSpPr/>
          <p:nvPr/>
        </p:nvSpPr>
        <p:spPr>
          <a:xfrm>
            <a:off x="2205959" y="2742341"/>
            <a:ext cx="15171900" cy="2628900"/>
          </a:xfrm>
          <a:prstGeom prst="roundRect">
            <a:avLst>
              <a:gd fmla="val 16667" name="adj"/>
            </a:avLst>
          </a:prstGeom>
          <a:solidFill>
            <a:srgbClr val="FFFFFF"/>
          </a:solidFill>
          <a:ln cap="flat" cmpd="sng" w="12700">
            <a:solidFill>
              <a:srgbClr val="4472C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just">
              <a:lnSpc>
                <a:spcPct val="100000"/>
              </a:lnSpc>
              <a:spcBef>
                <a:spcPts val="1200"/>
              </a:spcBef>
              <a:spcAft>
                <a:spcPts val="0"/>
              </a:spcAft>
              <a:buClr>
                <a:srgbClr val="000000"/>
              </a:buClr>
              <a:buSzPts val="1800"/>
              <a:buFont typeface="Arial"/>
              <a:buNone/>
            </a:pPr>
            <a:r>
              <a:rPr lang="es-CL" sz="2000">
                <a:latin typeface="Calibri"/>
                <a:ea typeface="Calibri"/>
                <a:cs typeface="Calibri"/>
                <a:sym typeface="Calibri"/>
              </a:rPr>
              <a:t>Desarrollar una plataforma tecnológica en específico, una plataforma web  que gestione de manera eficaz y clara el ingreso de vehículos al taller, optimizando tiempo, mejorando la comunicación y asegurando la trazabilidad de la información.</a:t>
            </a:r>
            <a:endParaRPr sz="2000">
              <a:latin typeface="Calibri"/>
              <a:ea typeface="Calibri"/>
              <a:cs typeface="Calibri"/>
              <a:sym typeface="Calibri"/>
            </a:endParaRPr>
          </a:p>
        </p:txBody>
      </p:sp>
      <p:sp>
        <p:nvSpPr>
          <p:cNvPr id="257" name="Google Shape;257;g317320215e8_1_76"/>
          <p:cNvSpPr/>
          <p:nvPr/>
        </p:nvSpPr>
        <p:spPr>
          <a:xfrm>
            <a:off x="2205875" y="6850673"/>
            <a:ext cx="15171900" cy="2974800"/>
          </a:xfrm>
          <a:prstGeom prst="roundRect">
            <a:avLst>
              <a:gd fmla="val 16667" name="adj"/>
            </a:avLst>
          </a:prstGeom>
          <a:solidFill>
            <a:srgbClr val="FFFFFF"/>
          </a:solidFill>
          <a:ln cap="flat" cmpd="sng" w="12700">
            <a:solidFill>
              <a:srgbClr val="4472C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15000"/>
              </a:lnSpc>
              <a:spcBef>
                <a:spcPts val="1200"/>
              </a:spcBef>
              <a:spcAft>
                <a:spcPts val="0"/>
              </a:spcAft>
              <a:buNone/>
            </a:pPr>
            <a:r>
              <a:t/>
            </a:r>
            <a:endParaRPr sz="2000">
              <a:latin typeface="Calibri"/>
              <a:ea typeface="Calibri"/>
              <a:cs typeface="Calibri"/>
              <a:sym typeface="Calibri"/>
            </a:endParaRPr>
          </a:p>
          <a:p>
            <a:pPr indent="0" lvl="0" marL="0" marR="0" rtl="0" algn="l">
              <a:lnSpc>
                <a:spcPct val="115000"/>
              </a:lnSpc>
              <a:spcBef>
                <a:spcPts val="1200"/>
              </a:spcBef>
              <a:spcAft>
                <a:spcPts val="0"/>
              </a:spcAft>
              <a:buNone/>
            </a:pPr>
            <a:r>
              <a:t/>
            </a:r>
            <a:endParaRPr sz="2000">
              <a:latin typeface="Calibri"/>
              <a:ea typeface="Calibri"/>
              <a:cs typeface="Calibri"/>
              <a:sym typeface="Calibri"/>
            </a:endParaRPr>
          </a:p>
          <a:p>
            <a:pPr indent="0" lvl="0" marL="0" marR="0" rtl="0" algn="l">
              <a:lnSpc>
                <a:spcPct val="115000"/>
              </a:lnSpc>
              <a:spcBef>
                <a:spcPts val="1200"/>
              </a:spcBef>
              <a:spcAft>
                <a:spcPts val="0"/>
              </a:spcAft>
              <a:buNone/>
            </a:pPr>
            <a:r>
              <a:t/>
            </a:r>
            <a:endParaRPr sz="2000">
              <a:latin typeface="Calibri"/>
              <a:ea typeface="Calibri"/>
              <a:cs typeface="Calibri"/>
              <a:sym typeface="Calibri"/>
            </a:endParaRPr>
          </a:p>
          <a:p>
            <a:pPr indent="0" lvl="0" marL="0" marR="0" rtl="0" algn="l">
              <a:lnSpc>
                <a:spcPct val="115000"/>
              </a:lnSpc>
              <a:spcBef>
                <a:spcPts val="1200"/>
              </a:spcBef>
              <a:spcAft>
                <a:spcPts val="0"/>
              </a:spcAft>
              <a:buNone/>
            </a:pPr>
            <a:r>
              <a:t/>
            </a:r>
            <a:endParaRPr sz="2000">
              <a:latin typeface="Calibri"/>
              <a:ea typeface="Calibri"/>
              <a:cs typeface="Calibri"/>
              <a:sym typeface="Calibri"/>
            </a:endParaRPr>
          </a:p>
          <a:p>
            <a:pPr indent="-355600" lvl="0" marL="457200" marR="0" rtl="0" algn="just">
              <a:lnSpc>
                <a:spcPct val="115000"/>
              </a:lnSpc>
              <a:spcBef>
                <a:spcPts val="1200"/>
              </a:spcBef>
              <a:spcAft>
                <a:spcPts val="0"/>
              </a:spcAft>
              <a:buClr>
                <a:srgbClr val="000000"/>
              </a:buClr>
              <a:buSzPts val="2000"/>
              <a:buFont typeface="Calibri"/>
              <a:buChar char="●"/>
            </a:pPr>
            <a:r>
              <a:rPr lang="es-CL" sz="2000">
                <a:latin typeface="Calibri"/>
                <a:ea typeface="Calibri"/>
                <a:cs typeface="Calibri"/>
                <a:sym typeface="Calibri"/>
              </a:rPr>
              <a:t>Facilitar la programación y el control de ingreso de vehículos.</a:t>
            </a:r>
            <a:endParaRPr sz="2000">
              <a:latin typeface="Calibri"/>
              <a:ea typeface="Calibri"/>
              <a:cs typeface="Calibri"/>
              <a:sym typeface="Calibri"/>
            </a:endParaRPr>
          </a:p>
          <a:p>
            <a:pPr indent="-355600" lvl="0" marL="457200" marR="0" rtl="0" algn="just">
              <a:lnSpc>
                <a:spcPct val="115000"/>
              </a:lnSpc>
              <a:spcBef>
                <a:spcPts val="0"/>
              </a:spcBef>
              <a:spcAft>
                <a:spcPts val="0"/>
              </a:spcAft>
              <a:buSzPts val="2000"/>
              <a:buFont typeface="Calibri"/>
              <a:buChar char="●"/>
            </a:pPr>
            <a:r>
              <a:rPr lang="es-CL" sz="2000">
                <a:latin typeface="Calibri"/>
                <a:ea typeface="Calibri"/>
                <a:cs typeface="Calibri"/>
                <a:sym typeface="Calibri"/>
              </a:rPr>
              <a:t>Permitir la gestión a tiempo real de estados y pausas del proceso.</a:t>
            </a:r>
            <a:endParaRPr sz="2000">
              <a:latin typeface="Calibri"/>
              <a:ea typeface="Calibri"/>
              <a:cs typeface="Calibri"/>
              <a:sym typeface="Calibri"/>
            </a:endParaRPr>
          </a:p>
          <a:p>
            <a:pPr indent="-355600" lvl="0" marL="457200" marR="0" rtl="0" algn="just">
              <a:lnSpc>
                <a:spcPct val="115000"/>
              </a:lnSpc>
              <a:spcBef>
                <a:spcPts val="0"/>
              </a:spcBef>
              <a:spcAft>
                <a:spcPts val="0"/>
              </a:spcAft>
              <a:buSzPts val="2000"/>
              <a:buFont typeface="Calibri"/>
              <a:buChar char="●"/>
            </a:pPr>
            <a:r>
              <a:rPr lang="es-CL" sz="2000">
                <a:latin typeface="Calibri"/>
                <a:ea typeface="Calibri"/>
                <a:cs typeface="Calibri"/>
                <a:sym typeface="Calibri"/>
              </a:rPr>
              <a:t>Integrar la comunicación y la documentación en una sola plataforma.</a:t>
            </a:r>
            <a:endParaRPr sz="2000">
              <a:latin typeface="Calibri"/>
              <a:ea typeface="Calibri"/>
              <a:cs typeface="Calibri"/>
              <a:sym typeface="Calibri"/>
            </a:endParaRPr>
          </a:p>
          <a:p>
            <a:pPr indent="-355600" lvl="0" marL="457200" marR="0" rtl="0" algn="just">
              <a:lnSpc>
                <a:spcPct val="115000"/>
              </a:lnSpc>
              <a:spcBef>
                <a:spcPts val="0"/>
              </a:spcBef>
              <a:spcAft>
                <a:spcPts val="0"/>
              </a:spcAft>
              <a:buSzPts val="2000"/>
              <a:buFont typeface="Calibri"/>
              <a:buChar char="●"/>
            </a:pPr>
            <a:r>
              <a:rPr lang="es-CL" sz="2000">
                <a:latin typeface="Calibri"/>
                <a:ea typeface="Calibri"/>
                <a:cs typeface="Calibri"/>
                <a:sym typeface="Calibri"/>
              </a:rPr>
              <a:t>Generar reportes para la toma de decisiones.</a:t>
            </a:r>
            <a:endParaRPr sz="2000">
              <a:latin typeface="Calibri"/>
              <a:ea typeface="Calibri"/>
              <a:cs typeface="Calibri"/>
              <a:sym typeface="Calibri"/>
            </a:endParaRPr>
          </a:p>
          <a:p>
            <a:pPr indent="-355600" lvl="0" marL="457200" marR="0" rtl="0" algn="just">
              <a:lnSpc>
                <a:spcPct val="115000"/>
              </a:lnSpc>
              <a:spcBef>
                <a:spcPts val="0"/>
              </a:spcBef>
              <a:spcAft>
                <a:spcPts val="0"/>
              </a:spcAft>
              <a:buSzPts val="2000"/>
              <a:buFont typeface="Calibri"/>
              <a:buChar char="●"/>
            </a:pPr>
            <a:r>
              <a:rPr lang="es-CL" sz="2000">
                <a:latin typeface="Calibri"/>
                <a:ea typeface="Calibri"/>
                <a:cs typeface="Calibri"/>
                <a:sym typeface="Calibri"/>
              </a:rPr>
              <a:t>Crear perfiles de usuario con permisos diferenciados</a:t>
            </a:r>
            <a:endParaRPr sz="2000">
              <a:latin typeface="Calibri"/>
              <a:ea typeface="Calibri"/>
              <a:cs typeface="Calibri"/>
              <a:sym typeface="Calibri"/>
            </a:endParaRPr>
          </a:p>
          <a:p>
            <a:pPr indent="-355600" lvl="0" marL="457200" marR="0" rtl="0" algn="just">
              <a:lnSpc>
                <a:spcPct val="115000"/>
              </a:lnSpc>
              <a:spcBef>
                <a:spcPts val="0"/>
              </a:spcBef>
              <a:spcAft>
                <a:spcPts val="0"/>
              </a:spcAft>
              <a:buSzPts val="2000"/>
              <a:buFont typeface="Calibri"/>
              <a:buChar char="●"/>
            </a:pPr>
            <a:r>
              <a:rPr lang="es-CL" sz="2000">
                <a:latin typeface="Calibri"/>
                <a:ea typeface="Calibri"/>
                <a:cs typeface="Calibri"/>
                <a:sym typeface="Calibri"/>
              </a:rPr>
              <a:t>Emitir notificaciones en la plataforma web</a:t>
            </a:r>
            <a:endParaRPr sz="2000">
              <a:latin typeface="Calibri"/>
              <a:ea typeface="Calibri"/>
              <a:cs typeface="Calibri"/>
              <a:sym typeface="Calibri"/>
            </a:endParaRPr>
          </a:p>
          <a:p>
            <a:pPr indent="0" lvl="0" marL="0" marR="0" rtl="0" algn="l">
              <a:lnSpc>
                <a:spcPct val="115000"/>
              </a:lnSpc>
              <a:spcBef>
                <a:spcPts val="120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a:p>
            <a:pPr indent="0" lvl="0" marL="0" marR="0" rtl="0" algn="l">
              <a:lnSpc>
                <a:spcPct val="115000"/>
              </a:lnSpc>
              <a:spcBef>
                <a:spcPts val="1200"/>
              </a:spcBef>
              <a:spcAft>
                <a:spcPts val="0"/>
              </a:spcAft>
              <a:buClr>
                <a:schemeClr val="dk1"/>
              </a:buClr>
              <a:buSzPts val="1100"/>
              <a:buFont typeface="Arial"/>
              <a:buNone/>
            </a:pPr>
            <a:r>
              <a:t/>
            </a:r>
            <a:endParaRPr b="0" i="0" sz="2000" u="none" cap="none" strike="noStrike">
              <a:solidFill>
                <a:schemeClr val="dk1"/>
              </a:solidFill>
              <a:latin typeface="Calibri"/>
              <a:ea typeface="Calibri"/>
              <a:cs typeface="Calibri"/>
              <a:sym typeface="Calibri"/>
            </a:endParaRPr>
          </a:p>
          <a:p>
            <a:pPr indent="0" lvl="0" marL="0" marR="0" rtl="0" algn="l">
              <a:lnSpc>
                <a:spcPct val="115000"/>
              </a:lnSpc>
              <a:spcBef>
                <a:spcPts val="1200"/>
              </a:spcBef>
              <a:spcAft>
                <a:spcPts val="0"/>
              </a:spcAft>
              <a:buClr>
                <a:schemeClr val="dk1"/>
              </a:buClr>
              <a:buSzPts val="1100"/>
              <a:buFont typeface="Arial"/>
              <a:buNone/>
            </a:pPr>
            <a:r>
              <a:t/>
            </a:r>
            <a:endParaRPr b="0" i="0" sz="2000" u="none" cap="none" strike="noStrike">
              <a:solidFill>
                <a:schemeClr val="dk1"/>
              </a:solidFill>
              <a:latin typeface="Calibri"/>
              <a:ea typeface="Calibri"/>
              <a:cs typeface="Calibri"/>
              <a:sym typeface="Calibri"/>
            </a:endParaRPr>
          </a:p>
          <a:p>
            <a:pPr indent="0" lvl="0" marL="0" marR="0" rtl="0" algn="l">
              <a:lnSpc>
                <a:spcPct val="115000"/>
              </a:lnSpc>
              <a:spcBef>
                <a:spcPts val="1200"/>
              </a:spcBef>
              <a:spcAft>
                <a:spcPts val="120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58" name="Google Shape;258;g317320215e8_1_76"/>
          <p:cNvSpPr txBox="1"/>
          <p:nvPr>
            <p:ph idx="1" type="body"/>
          </p:nvPr>
        </p:nvSpPr>
        <p:spPr>
          <a:xfrm>
            <a:off x="0" y="1092975"/>
            <a:ext cx="4947000" cy="5541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Clr>
                <a:schemeClr val="dk1"/>
              </a:buClr>
              <a:buSzPts val="1100"/>
              <a:buFont typeface="Arial"/>
              <a:buNone/>
            </a:pPr>
            <a:r>
              <a:rPr lang="es-CL" sz="3600">
                <a:latin typeface="Calibri"/>
                <a:ea typeface="Calibri"/>
                <a:cs typeface="Calibri"/>
                <a:sym typeface="Calibri"/>
              </a:rPr>
              <a:t>Objetivos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6"/>
          <p:cNvSpPr txBox="1"/>
          <p:nvPr>
            <p:ph idx="1" type="body"/>
          </p:nvPr>
        </p:nvSpPr>
        <p:spPr>
          <a:xfrm>
            <a:off x="0" y="1112350"/>
            <a:ext cx="4922100" cy="5541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1400"/>
              <a:buNone/>
            </a:pPr>
            <a:r>
              <a:rPr lang="es-CL" sz="3600"/>
              <a:t>Asignación de roles</a:t>
            </a:r>
            <a:endParaRPr sz="3600"/>
          </a:p>
        </p:txBody>
      </p:sp>
      <p:sp>
        <p:nvSpPr>
          <p:cNvPr id="264" name="Google Shape;264;p6"/>
          <p:cNvSpPr/>
          <p:nvPr/>
        </p:nvSpPr>
        <p:spPr>
          <a:xfrm>
            <a:off x="858125" y="3193925"/>
            <a:ext cx="3464100" cy="4355400"/>
          </a:xfrm>
          <a:prstGeom prst="roundRect">
            <a:avLst>
              <a:gd fmla="val 16667" name="adj"/>
            </a:avLst>
          </a:prstGeom>
          <a:solidFill>
            <a:srgbClr val="FFFFFF"/>
          </a:solidFill>
          <a:ln cap="flat" cmpd="sng" w="12700">
            <a:solidFill>
              <a:srgbClr val="4472C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just">
              <a:lnSpc>
                <a:spcPct val="150000"/>
              </a:lnSpc>
              <a:spcBef>
                <a:spcPts val="1200"/>
              </a:spcBef>
              <a:spcAft>
                <a:spcPts val="0"/>
              </a:spcAft>
              <a:buClr>
                <a:srgbClr val="000000"/>
              </a:buClr>
              <a:buSzPts val="1100"/>
              <a:buFont typeface="Arial"/>
              <a:buNone/>
            </a:pPr>
            <a:r>
              <a:t/>
            </a:r>
            <a:endParaRPr b="0" i="0" sz="1800" u="none" cap="none" strike="noStrike">
              <a:solidFill>
                <a:schemeClr val="dk1"/>
              </a:solidFill>
              <a:latin typeface="Arial"/>
              <a:ea typeface="Arial"/>
              <a:cs typeface="Arial"/>
              <a:sym typeface="Arial"/>
            </a:endParaRPr>
          </a:p>
          <a:p>
            <a:pPr indent="0" lvl="0" marL="0" marR="0" rtl="0" algn="ctr">
              <a:lnSpc>
                <a:spcPct val="100000"/>
              </a:lnSpc>
              <a:spcBef>
                <a:spcPts val="120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65" name="Google Shape;265;p6"/>
          <p:cNvSpPr txBox="1"/>
          <p:nvPr/>
        </p:nvSpPr>
        <p:spPr>
          <a:xfrm>
            <a:off x="1199383" y="7664510"/>
            <a:ext cx="2781600" cy="468300"/>
          </a:xfrm>
          <a:prstGeom prst="rect">
            <a:avLst/>
          </a:prstGeom>
          <a:noFill/>
          <a:ln>
            <a:noFill/>
          </a:ln>
        </p:spPr>
        <p:txBody>
          <a:bodyPr anchorCtr="0" anchor="t" bIns="0" lIns="0" spcFirstLastPara="1" rIns="0" wrap="square" tIns="13950">
            <a:spAutoFit/>
          </a:bodyPr>
          <a:lstStyle/>
          <a:p>
            <a:pPr indent="0" lvl="0" marL="12700" marR="0" rtl="0" algn="ctr">
              <a:lnSpc>
                <a:spcPct val="100000"/>
              </a:lnSpc>
              <a:spcBef>
                <a:spcPts val="0"/>
              </a:spcBef>
              <a:spcAft>
                <a:spcPts val="0"/>
              </a:spcAft>
              <a:buClr>
                <a:srgbClr val="000000"/>
              </a:buClr>
              <a:buSzPts val="2950"/>
              <a:buFont typeface="Arial"/>
              <a:buNone/>
            </a:pPr>
            <a:r>
              <a:rPr b="1" lang="es-CL" sz="2950">
                <a:solidFill>
                  <a:schemeClr val="dk1"/>
                </a:solidFill>
              </a:rPr>
              <a:t>Product owner</a:t>
            </a:r>
            <a:endParaRPr b="0" i="0" sz="2950" u="none" cap="none" strike="noStrike">
              <a:solidFill>
                <a:schemeClr val="dk1"/>
              </a:solidFill>
              <a:latin typeface="Arial"/>
              <a:ea typeface="Arial"/>
              <a:cs typeface="Arial"/>
              <a:sym typeface="Arial"/>
            </a:endParaRPr>
          </a:p>
        </p:txBody>
      </p:sp>
      <p:sp>
        <p:nvSpPr>
          <p:cNvPr id="266" name="Google Shape;266;p6"/>
          <p:cNvSpPr txBox="1"/>
          <p:nvPr/>
        </p:nvSpPr>
        <p:spPr>
          <a:xfrm>
            <a:off x="5137346" y="7664498"/>
            <a:ext cx="2781600" cy="468300"/>
          </a:xfrm>
          <a:prstGeom prst="rect">
            <a:avLst/>
          </a:prstGeom>
          <a:noFill/>
          <a:ln>
            <a:noFill/>
          </a:ln>
        </p:spPr>
        <p:txBody>
          <a:bodyPr anchorCtr="0" anchor="t" bIns="0" lIns="0" spcFirstLastPara="1" rIns="0" wrap="square" tIns="13950">
            <a:spAutoFit/>
          </a:bodyPr>
          <a:lstStyle/>
          <a:p>
            <a:pPr indent="0" lvl="0" marL="12700" marR="0" rtl="0" algn="ctr">
              <a:lnSpc>
                <a:spcPct val="100000"/>
              </a:lnSpc>
              <a:spcBef>
                <a:spcPts val="0"/>
              </a:spcBef>
              <a:spcAft>
                <a:spcPts val="0"/>
              </a:spcAft>
              <a:buClr>
                <a:srgbClr val="000000"/>
              </a:buClr>
              <a:buSzPts val="2950"/>
              <a:buFont typeface="Arial"/>
              <a:buNone/>
            </a:pPr>
            <a:r>
              <a:rPr b="1" lang="es-CL" sz="2950">
                <a:solidFill>
                  <a:schemeClr val="dk1"/>
                </a:solidFill>
              </a:rPr>
              <a:t>Scrum Master</a:t>
            </a:r>
            <a:endParaRPr b="0" i="0" sz="2950" u="none" cap="none" strike="noStrike">
              <a:solidFill>
                <a:schemeClr val="dk1"/>
              </a:solidFill>
              <a:latin typeface="Arial"/>
              <a:ea typeface="Arial"/>
              <a:cs typeface="Arial"/>
              <a:sym typeface="Arial"/>
            </a:endParaRPr>
          </a:p>
        </p:txBody>
      </p:sp>
      <p:sp>
        <p:nvSpPr>
          <p:cNvPr id="267" name="Google Shape;267;p6"/>
          <p:cNvSpPr txBox="1"/>
          <p:nvPr/>
        </p:nvSpPr>
        <p:spPr>
          <a:xfrm>
            <a:off x="12913458" y="7664510"/>
            <a:ext cx="2781600" cy="468300"/>
          </a:xfrm>
          <a:prstGeom prst="rect">
            <a:avLst/>
          </a:prstGeom>
          <a:noFill/>
          <a:ln>
            <a:noFill/>
          </a:ln>
        </p:spPr>
        <p:txBody>
          <a:bodyPr anchorCtr="0" anchor="t" bIns="0" lIns="0" spcFirstLastPara="1" rIns="0" wrap="square" tIns="13950">
            <a:spAutoFit/>
          </a:bodyPr>
          <a:lstStyle/>
          <a:p>
            <a:pPr indent="0" lvl="0" marL="12700" marR="0" rtl="0" algn="ctr">
              <a:lnSpc>
                <a:spcPct val="100000"/>
              </a:lnSpc>
              <a:spcBef>
                <a:spcPts val="0"/>
              </a:spcBef>
              <a:spcAft>
                <a:spcPts val="0"/>
              </a:spcAft>
              <a:buClr>
                <a:srgbClr val="000000"/>
              </a:buClr>
              <a:buSzPts val="2950"/>
              <a:buFont typeface="Arial"/>
              <a:buNone/>
            </a:pPr>
            <a:r>
              <a:rPr b="1" lang="es-CL" sz="2950">
                <a:solidFill>
                  <a:schemeClr val="dk1"/>
                </a:solidFill>
              </a:rPr>
              <a:t>Equipo Scrum</a:t>
            </a:r>
            <a:endParaRPr b="0" i="0" sz="2950" u="none" cap="none" strike="noStrike">
              <a:solidFill>
                <a:schemeClr val="dk1"/>
              </a:solidFill>
              <a:latin typeface="Arial"/>
              <a:ea typeface="Arial"/>
              <a:cs typeface="Arial"/>
              <a:sym typeface="Arial"/>
            </a:endParaRPr>
          </a:p>
        </p:txBody>
      </p:sp>
      <p:pic>
        <p:nvPicPr>
          <p:cNvPr id="268" name="Google Shape;268;p6"/>
          <p:cNvPicPr preferRelativeResize="0"/>
          <p:nvPr/>
        </p:nvPicPr>
        <p:blipFill>
          <a:blip r:embed="rId3">
            <a:alphaModFix/>
          </a:blip>
          <a:stretch>
            <a:fillRect/>
          </a:stretch>
        </p:blipFill>
        <p:spPr>
          <a:xfrm>
            <a:off x="15935775" y="3211225"/>
            <a:ext cx="3673800" cy="4355400"/>
          </a:xfrm>
          <a:prstGeom prst="roundRect">
            <a:avLst>
              <a:gd fmla="val 16667" name="adj"/>
            </a:avLst>
          </a:prstGeom>
          <a:solidFill>
            <a:srgbClr val="C3D4EB"/>
          </a:solidFill>
          <a:ln>
            <a:noFill/>
          </a:ln>
          <a:effectLst>
            <a:outerShdw blurRad="57150" rotWithShape="0" algn="ctr" dir="5400000" dist="19050">
              <a:srgbClr val="000000">
                <a:alpha val="62750"/>
              </a:srgbClr>
            </a:outerShdw>
          </a:effectLst>
        </p:spPr>
      </p:pic>
      <p:sp>
        <p:nvSpPr>
          <p:cNvPr id="269" name="Google Shape;269;p6"/>
          <p:cNvSpPr/>
          <p:nvPr/>
        </p:nvSpPr>
        <p:spPr>
          <a:xfrm>
            <a:off x="4728138" y="3176563"/>
            <a:ext cx="3600000" cy="4407300"/>
          </a:xfrm>
          <a:prstGeom prst="roundRect">
            <a:avLst>
              <a:gd fmla="val 16667" name="adj"/>
            </a:avLst>
          </a:prstGeom>
          <a:solidFill>
            <a:srgbClr val="FFFFFF"/>
          </a:solidFill>
          <a:ln cap="flat" cmpd="sng" w="12700">
            <a:solidFill>
              <a:srgbClr val="4472C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just">
              <a:lnSpc>
                <a:spcPct val="150000"/>
              </a:lnSpc>
              <a:spcBef>
                <a:spcPts val="1200"/>
              </a:spcBef>
              <a:spcAft>
                <a:spcPts val="0"/>
              </a:spcAft>
              <a:buClr>
                <a:srgbClr val="000000"/>
              </a:buClr>
              <a:buSzPts val="1100"/>
              <a:buFont typeface="Arial"/>
              <a:buNone/>
            </a:pPr>
            <a:r>
              <a:t/>
            </a:r>
            <a:endParaRPr b="0" i="0" sz="1800" u="none" cap="none" strike="noStrike">
              <a:solidFill>
                <a:schemeClr val="dk1"/>
              </a:solidFill>
              <a:latin typeface="Arial"/>
              <a:ea typeface="Arial"/>
              <a:cs typeface="Arial"/>
              <a:sym typeface="Arial"/>
            </a:endParaRPr>
          </a:p>
          <a:p>
            <a:pPr indent="0" lvl="0" marL="0" marR="0" rtl="0" algn="ctr">
              <a:lnSpc>
                <a:spcPct val="100000"/>
              </a:lnSpc>
              <a:spcBef>
                <a:spcPts val="120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pic>
        <p:nvPicPr>
          <p:cNvPr id="270" name="Google Shape;270;p6"/>
          <p:cNvPicPr preferRelativeResize="0"/>
          <p:nvPr/>
        </p:nvPicPr>
        <p:blipFill rotWithShape="1">
          <a:blip r:embed="rId4">
            <a:alphaModFix/>
          </a:blip>
          <a:srcRect b="0" l="0" r="0" t="8609"/>
          <a:stretch/>
        </p:blipFill>
        <p:spPr>
          <a:xfrm>
            <a:off x="12333675" y="3193975"/>
            <a:ext cx="3602100" cy="4407300"/>
          </a:xfrm>
          <a:prstGeom prst="roundRect">
            <a:avLst>
              <a:gd fmla="val 16667" name="adj"/>
            </a:avLst>
          </a:prstGeom>
          <a:solidFill>
            <a:srgbClr val="C3D4EB"/>
          </a:solidFill>
          <a:ln>
            <a:noFill/>
          </a:ln>
          <a:effectLst>
            <a:outerShdw blurRad="57150" rotWithShape="0" algn="ctr" dir="5400000" dist="19050">
              <a:srgbClr val="000000">
                <a:alpha val="62750"/>
              </a:srgbClr>
            </a:outerShdw>
          </a:effectLst>
        </p:spPr>
      </p:pic>
      <p:pic>
        <p:nvPicPr>
          <p:cNvPr id="271" name="Google Shape;271;p6"/>
          <p:cNvPicPr preferRelativeResize="0"/>
          <p:nvPr/>
        </p:nvPicPr>
        <p:blipFill rotWithShape="1">
          <a:blip r:embed="rId4">
            <a:alphaModFix/>
          </a:blip>
          <a:srcRect b="0" l="0" r="0" t="8609"/>
          <a:stretch/>
        </p:blipFill>
        <p:spPr>
          <a:xfrm>
            <a:off x="4728138" y="3176557"/>
            <a:ext cx="3602100" cy="4389900"/>
          </a:xfrm>
          <a:prstGeom prst="roundRect">
            <a:avLst>
              <a:gd fmla="val 16667" name="adj"/>
            </a:avLst>
          </a:prstGeom>
          <a:solidFill>
            <a:srgbClr val="C3D4EB"/>
          </a:solidFill>
          <a:ln>
            <a:noFill/>
          </a:ln>
          <a:effectLst>
            <a:outerShdw blurRad="57150" rotWithShape="0" algn="ctr" dir="5400000" dist="19050">
              <a:srgbClr val="000000">
                <a:alpha val="62750"/>
              </a:srgbClr>
            </a:outerShdw>
          </a:effectLst>
        </p:spPr>
      </p:pic>
      <p:pic>
        <p:nvPicPr>
          <p:cNvPr id="272" name="Google Shape;272;p6"/>
          <p:cNvPicPr preferRelativeResize="0"/>
          <p:nvPr/>
        </p:nvPicPr>
        <p:blipFill>
          <a:blip r:embed="rId5">
            <a:alphaModFix/>
          </a:blip>
          <a:stretch>
            <a:fillRect/>
          </a:stretch>
        </p:blipFill>
        <p:spPr>
          <a:xfrm>
            <a:off x="8869575" y="3211225"/>
            <a:ext cx="3464100" cy="4407300"/>
          </a:xfrm>
          <a:prstGeom prst="roundRect">
            <a:avLst>
              <a:gd fmla="val 16667" name="adj"/>
            </a:avLst>
          </a:prstGeom>
          <a:solidFill>
            <a:srgbClr val="C3D4EB"/>
          </a:solidFill>
          <a:ln>
            <a:noFill/>
          </a:ln>
          <a:effectLst>
            <a:outerShdw blurRad="57150" rotWithShape="0" algn="ctr" dir="5400000" dist="19050">
              <a:srgbClr val="000000">
                <a:alpha val="62750"/>
              </a:srgbClr>
            </a:outerShdw>
          </a:effectLst>
        </p:spPr>
      </p:pic>
      <p:pic>
        <p:nvPicPr>
          <p:cNvPr id="273" name="Google Shape;273;p6"/>
          <p:cNvPicPr preferRelativeResize="0"/>
          <p:nvPr/>
        </p:nvPicPr>
        <p:blipFill>
          <a:blip r:embed="rId5">
            <a:alphaModFix/>
          </a:blip>
          <a:stretch>
            <a:fillRect/>
          </a:stretch>
        </p:blipFill>
        <p:spPr>
          <a:xfrm>
            <a:off x="858125" y="3193800"/>
            <a:ext cx="3464100" cy="4355400"/>
          </a:xfrm>
          <a:prstGeom prst="roundRect">
            <a:avLst>
              <a:gd fmla="val 16667" name="adj"/>
            </a:avLst>
          </a:prstGeom>
          <a:solidFill>
            <a:srgbClr val="C3D4EB"/>
          </a:solidFill>
          <a:ln>
            <a:noFill/>
          </a:ln>
          <a:effectLst>
            <a:outerShdw blurRad="57150" rotWithShape="0" algn="ctr" dir="5400000" dist="19050">
              <a:srgbClr val="000000">
                <a:alpha val="62750"/>
              </a:srgbClr>
            </a:outerShdw>
          </a:effectLst>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9"/>
          <p:cNvSpPr txBox="1"/>
          <p:nvPr>
            <p:ph idx="1" type="body"/>
          </p:nvPr>
        </p:nvSpPr>
        <p:spPr>
          <a:xfrm>
            <a:off x="0" y="1152425"/>
            <a:ext cx="4928700" cy="5541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400"/>
              <a:buNone/>
            </a:pPr>
            <a:r>
              <a:rPr lang="es-CL" sz="3600"/>
              <a:t>Metodología </a:t>
            </a:r>
            <a:endParaRPr sz="3600"/>
          </a:p>
        </p:txBody>
      </p:sp>
      <p:sp>
        <p:nvSpPr>
          <p:cNvPr id="279" name="Google Shape;279;p9"/>
          <p:cNvSpPr/>
          <p:nvPr/>
        </p:nvSpPr>
        <p:spPr>
          <a:xfrm>
            <a:off x="3037750" y="2474675"/>
            <a:ext cx="14028600" cy="6360000"/>
          </a:xfrm>
          <a:prstGeom prst="roundRect">
            <a:avLst>
              <a:gd fmla="val 16667" name="adj"/>
            </a:avLst>
          </a:prstGeom>
          <a:solidFill>
            <a:srgbClr val="FFFFFF"/>
          </a:solidFill>
          <a:ln cap="flat" cmpd="sng" w="12700">
            <a:solidFill>
              <a:srgbClr val="4472C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1200"/>
              </a:spcBef>
              <a:spcAft>
                <a:spcPts val="0"/>
              </a:spcAft>
              <a:buClr>
                <a:srgbClr val="000000"/>
              </a:buClr>
              <a:buSzPts val="1800"/>
              <a:buFont typeface="Arial"/>
              <a:buNone/>
            </a:pPr>
            <a:r>
              <a:rPr lang="es-CL" sz="3000">
                <a:solidFill>
                  <a:schemeClr val="dk1"/>
                </a:solidFill>
                <a:latin typeface="Calibri"/>
                <a:ea typeface="Calibri"/>
                <a:cs typeface="Calibri"/>
                <a:sym typeface="Calibri"/>
              </a:rPr>
              <a:t>Como grupo mantenemos el uso de la metodología</a:t>
            </a:r>
            <a:r>
              <a:rPr lang="es-CL" sz="3000">
                <a:solidFill>
                  <a:schemeClr val="dk1"/>
                </a:solidFill>
                <a:latin typeface="Calibri"/>
                <a:ea typeface="Calibri"/>
                <a:cs typeface="Calibri"/>
                <a:sym typeface="Calibri"/>
              </a:rPr>
              <a:t> ágil SCRUM, que nos permite desarrollar el proyecto mediante sprints iterativos que permiten revisar avances, priorizar tareas y realizar ajustes continuos. </a:t>
            </a:r>
            <a:endParaRPr sz="3000">
              <a:solidFill>
                <a:schemeClr val="dk1"/>
              </a:solidFill>
              <a:latin typeface="Calibri"/>
              <a:ea typeface="Calibri"/>
              <a:cs typeface="Calibri"/>
              <a:sym typeface="Calibri"/>
            </a:endParaRPr>
          </a:p>
          <a:p>
            <a:pPr indent="0" lvl="0" marL="0" marR="0" rtl="0" algn="ctr">
              <a:lnSpc>
                <a:spcPct val="100000"/>
              </a:lnSpc>
              <a:spcBef>
                <a:spcPts val="1200"/>
              </a:spcBef>
              <a:spcAft>
                <a:spcPts val="0"/>
              </a:spcAft>
              <a:buClr>
                <a:srgbClr val="000000"/>
              </a:buClr>
              <a:buSzPts val="1800"/>
              <a:buFont typeface="Arial"/>
              <a:buNone/>
            </a:pPr>
            <a:r>
              <a:t/>
            </a:r>
            <a:endParaRPr sz="30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2"/>
          <p:cNvSpPr txBox="1"/>
          <p:nvPr>
            <p:ph idx="1" type="body"/>
          </p:nvPr>
        </p:nvSpPr>
        <p:spPr>
          <a:xfrm>
            <a:off x="0" y="1152425"/>
            <a:ext cx="4928700" cy="5541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400"/>
              <a:buNone/>
            </a:pPr>
            <a:r>
              <a:rPr lang="es-CL" sz="3600"/>
              <a:t>Cronograma </a:t>
            </a:r>
            <a:endParaRPr sz="3600"/>
          </a:p>
        </p:txBody>
      </p:sp>
      <p:sp>
        <p:nvSpPr>
          <p:cNvPr id="285" name="Google Shape;285;p2"/>
          <p:cNvSpPr/>
          <p:nvPr/>
        </p:nvSpPr>
        <p:spPr>
          <a:xfrm>
            <a:off x="2977975" y="8360925"/>
            <a:ext cx="14028600" cy="1495500"/>
          </a:xfrm>
          <a:prstGeom prst="roundRect">
            <a:avLst>
              <a:gd fmla="val 16667" name="adj"/>
            </a:avLst>
          </a:prstGeom>
          <a:solidFill>
            <a:srgbClr val="FFFFFF"/>
          </a:solidFill>
          <a:ln cap="flat" cmpd="sng" w="12700">
            <a:solidFill>
              <a:srgbClr val="4472C4"/>
            </a:solidFill>
            <a:prstDash val="solid"/>
            <a:miter lim="800000"/>
            <a:headEnd len="sm" w="sm" type="none"/>
            <a:tailEnd len="sm" w="sm" type="none"/>
          </a:ln>
        </p:spPr>
        <p:txBody>
          <a:bodyPr anchorCtr="0" anchor="ctr" bIns="45700" lIns="91425" spcFirstLastPara="1" rIns="91425" wrap="square" tIns="45700">
            <a:noAutofit/>
          </a:bodyPr>
          <a:lstStyle/>
          <a:p>
            <a:pPr indent="0" lvl="0" marL="0" rtl="0" algn="ctr">
              <a:spcBef>
                <a:spcPts val="1200"/>
              </a:spcBef>
              <a:spcAft>
                <a:spcPts val="0"/>
              </a:spcAft>
              <a:buClr>
                <a:schemeClr val="dk1"/>
              </a:buClr>
              <a:buSzPts val="1800"/>
              <a:buFont typeface="Arial"/>
              <a:buNone/>
            </a:pPr>
            <a:r>
              <a:rPr lang="es-CL" sz="1800">
                <a:solidFill>
                  <a:schemeClr val="dk1"/>
                </a:solidFill>
                <a:latin typeface="Calibri"/>
                <a:ea typeface="Calibri"/>
                <a:cs typeface="Calibri"/>
                <a:sym typeface="Calibri"/>
              </a:rPr>
              <a:t>Duración prevista: 2 semanas</a:t>
            </a:r>
            <a:endParaRPr sz="1800">
              <a:solidFill>
                <a:schemeClr val="dk1"/>
              </a:solidFill>
              <a:latin typeface="Calibri"/>
              <a:ea typeface="Calibri"/>
              <a:cs typeface="Calibri"/>
              <a:sym typeface="Calibri"/>
            </a:endParaRPr>
          </a:p>
          <a:p>
            <a:pPr indent="0" lvl="0" marL="0" rtl="0" algn="ctr">
              <a:spcBef>
                <a:spcPts val="1200"/>
              </a:spcBef>
              <a:spcAft>
                <a:spcPts val="0"/>
              </a:spcAft>
              <a:buClr>
                <a:schemeClr val="dk1"/>
              </a:buClr>
              <a:buSzPts val="1800"/>
              <a:buFont typeface="Arial"/>
              <a:buNone/>
            </a:pPr>
            <a:r>
              <a:rPr lang="es-CL" sz="1800">
                <a:solidFill>
                  <a:schemeClr val="dk1"/>
                </a:solidFill>
                <a:latin typeface="Calibri"/>
                <a:ea typeface="Calibri"/>
                <a:cs typeface="Calibri"/>
                <a:sym typeface="Calibri"/>
              </a:rPr>
              <a:t>Duración real: 2 semanas</a:t>
            </a:r>
            <a:endParaRPr sz="1800">
              <a:solidFill>
                <a:schemeClr val="dk1"/>
              </a:solidFill>
              <a:latin typeface="Calibri"/>
              <a:ea typeface="Calibri"/>
              <a:cs typeface="Calibri"/>
              <a:sym typeface="Calibri"/>
            </a:endParaRPr>
          </a:p>
        </p:txBody>
      </p:sp>
      <p:pic>
        <p:nvPicPr>
          <p:cNvPr id="286" name="Google Shape;286;p2"/>
          <p:cNvPicPr preferRelativeResize="0"/>
          <p:nvPr/>
        </p:nvPicPr>
        <p:blipFill>
          <a:blip r:embed="rId3">
            <a:alphaModFix/>
          </a:blip>
          <a:stretch>
            <a:fillRect/>
          </a:stretch>
        </p:blipFill>
        <p:spPr>
          <a:xfrm>
            <a:off x="3932498" y="2804865"/>
            <a:ext cx="12239100" cy="5106300"/>
          </a:xfrm>
          <a:prstGeom prst="roundRect">
            <a:avLst>
              <a:gd fmla="val 16667" name="adj"/>
            </a:avLst>
          </a:prstGeom>
          <a:solidFill>
            <a:srgbClr val="FFFFFF"/>
          </a:solidFill>
          <a:ln cap="flat" cmpd="sng" w="12700">
            <a:solidFill>
              <a:srgbClr val="FFC000"/>
            </a:solidFill>
            <a:prstDash val="solid"/>
            <a:miter lim="8000"/>
            <a:headEnd len="sm" w="sm" type="none"/>
            <a:tailEnd len="sm" w="sm" type="none"/>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g3913f42ff7e_1_7"/>
          <p:cNvSpPr txBox="1"/>
          <p:nvPr>
            <p:ph idx="1" type="body"/>
          </p:nvPr>
        </p:nvSpPr>
        <p:spPr>
          <a:xfrm>
            <a:off x="0" y="1152425"/>
            <a:ext cx="4928700" cy="5541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400"/>
              <a:buNone/>
            </a:pPr>
            <a:r>
              <a:rPr lang="es-CL" sz="3600"/>
              <a:t>Cronograma </a:t>
            </a:r>
            <a:endParaRPr sz="3600"/>
          </a:p>
        </p:txBody>
      </p:sp>
      <p:sp>
        <p:nvSpPr>
          <p:cNvPr id="292" name="Google Shape;292;g3913f42ff7e_1_7"/>
          <p:cNvSpPr/>
          <p:nvPr/>
        </p:nvSpPr>
        <p:spPr>
          <a:xfrm>
            <a:off x="3037750" y="7852950"/>
            <a:ext cx="14028600" cy="1495500"/>
          </a:xfrm>
          <a:prstGeom prst="roundRect">
            <a:avLst>
              <a:gd fmla="val 16667" name="adj"/>
            </a:avLst>
          </a:prstGeom>
          <a:solidFill>
            <a:srgbClr val="FFFFFF"/>
          </a:solidFill>
          <a:ln cap="flat" cmpd="sng" w="12700">
            <a:solidFill>
              <a:srgbClr val="4472C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1200"/>
              </a:spcBef>
              <a:spcAft>
                <a:spcPts val="0"/>
              </a:spcAft>
              <a:buClr>
                <a:srgbClr val="000000"/>
              </a:buClr>
              <a:buSzPts val="1800"/>
              <a:buFont typeface="Arial"/>
              <a:buNone/>
            </a:pPr>
            <a:r>
              <a:rPr lang="es-CL" sz="1800">
                <a:latin typeface="Calibri"/>
                <a:ea typeface="Calibri"/>
                <a:cs typeface="Calibri"/>
                <a:sym typeface="Calibri"/>
              </a:rPr>
              <a:t>Duración prevista: 2 semanas</a:t>
            </a:r>
            <a:endParaRPr sz="1800">
              <a:latin typeface="Calibri"/>
              <a:ea typeface="Calibri"/>
              <a:cs typeface="Calibri"/>
              <a:sym typeface="Calibri"/>
            </a:endParaRPr>
          </a:p>
          <a:p>
            <a:pPr indent="0" lvl="0" marL="0" rtl="0" algn="ctr">
              <a:spcBef>
                <a:spcPts val="1200"/>
              </a:spcBef>
              <a:spcAft>
                <a:spcPts val="0"/>
              </a:spcAft>
              <a:buClr>
                <a:schemeClr val="dk1"/>
              </a:buClr>
              <a:buSzPts val="1800"/>
              <a:buFont typeface="Arial"/>
              <a:buNone/>
            </a:pPr>
            <a:r>
              <a:rPr lang="es-CL" sz="1800">
                <a:solidFill>
                  <a:schemeClr val="dk1"/>
                </a:solidFill>
                <a:latin typeface="Calibri"/>
                <a:ea typeface="Calibri"/>
                <a:cs typeface="Calibri"/>
                <a:sym typeface="Calibri"/>
              </a:rPr>
              <a:t>Duración real: 2 semanas</a:t>
            </a:r>
            <a:endParaRPr sz="1800">
              <a:latin typeface="Calibri"/>
              <a:ea typeface="Calibri"/>
              <a:cs typeface="Calibri"/>
              <a:sym typeface="Calibri"/>
            </a:endParaRPr>
          </a:p>
        </p:txBody>
      </p:sp>
      <p:pic>
        <p:nvPicPr>
          <p:cNvPr id="293" name="Google Shape;293;g3913f42ff7e_1_7"/>
          <p:cNvPicPr preferRelativeResize="0"/>
          <p:nvPr/>
        </p:nvPicPr>
        <p:blipFill>
          <a:blip r:embed="rId3">
            <a:alphaModFix/>
          </a:blip>
          <a:stretch>
            <a:fillRect/>
          </a:stretch>
        </p:blipFill>
        <p:spPr>
          <a:xfrm>
            <a:off x="4011988" y="2480422"/>
            <a:ext cx="12080100" cy="5027700"/>
          </a:xfrm>
          <a:prstGeom prst="roundRect">
            <a:avLst>
              <a:gd fmla="val 16667" name="adj"/>
            </a:avLst>
          </a:prstGeom>
          <a:noFill/>
          <a:ln cap="flat" cmpd="sng" w="9525">
            <a:solidFill>
              <a:srgbClr val="FFC000"/>
            </a:solidFill>
            <a:prstDash val="solid"/>
            <a:round/>
            <a:headEnd len="sm" w="sm" type="none"/>
            <a:tailEnd len="sm" w="sm" type="none"/>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g3913f42ff7e_1_13"/>
          <p:cNvSpPr txBox="1"/>
          <p:nvPr>
            <p:ph idx="1" type="body"/>
          </p:nvPr>
        </p:nvSpPr>
        <p:spPr>
          <a:xfrm>
            <a:off x="0" y="1152425"/>
            <a:ext cx="4928700" cy="5541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400"/>
              <a:buNone/>
            </a:pPr>
            <a:r>
              <a:rPr lang="es-CL" sz="3600"/>
              <a:t>Cronograma </a:t>
            </a:r>
            <a:endParaRPr sz="3600"/>
          </a:p>
        </p:txBody>
      </p:sp>
      <p:sp>
        <p:nvSpPr>
          <p:cNvPr id="299" name="Google Shape;299;g3913f42ff7e_1_13"/>
          <p:cNvSpPr/>
          <p:nvPr/>
        </p:nvSpPr>
        <p:spPr>
          <a:xfrm>
            <a:off x="3037750" y="8211500"/>
            <a:ext cx="14028600" cy="1489800"/>
          </a:xfrm>
          <a:prstGeom prst="roundRect">
            <a:avLst>
              <a:gd fmla="val 16667" name="adj"/>
            </a:avLst>
          </a:prstGeom>
          <a:solidFill>
            <a:srgbClr val="FFFFFF"/>
          </a:solidFill>
          <a:ln cap="flat" cmpd="sng" w="12700">
            <a:solidFill>
              <a:srgbClr val="4472C4"/>
            </a:solidFill>
            <a:prstDash val="solid"/>
            <a:miter lim="800000"/>
            <a:headEnd len="sm" w="sm" type="none"/>
            <a:tailEnd len="sm" w="sm" type="none"/>
          </a:ln>
        </p:spPr>
        <p:txBody>
          <a:bodyPr anchorCtr="0" anchor="ctr" bIns="45700" lIns="91425" spcFirstLastPara="1" rIns="91425" wrap="square" tIns="45700">
            <a:noAutofit/>
          </a:bodyPr>
          <a:lstStyle/>
          <a:p>
            <a:pPr indent="0" lvl="0" marL="0" rtl="0" algn="ctr">
              <a:spcBef>
                <a:spcPts val="1200"/>
              </a:spcBef>
              <a:spcAft>
                <a:spcPts val="0"/>
              </a:spcAft>
              <a:buClr>
                <a:schemeClr val="dk1"/>
              </a:buClr>
              <a:buSzPts val="1800"/>
              <a:buFont typeface="Arial"/>
              <a:buNone/>
            </a:pPr>
            <a:r>
              <a:rPr lang="es-CL" sz="1800">
                <a:solidFill>
                  <a:schemeClr val="dk1"/>
                </a:solidFill>
                <a:latin typeface="Calibri"/>
                <a:ea typeface="Calibri"/>
                <a:cs typeface="Calibri"/>
                <a:sym typeface="Calibri"/>
              </a:rPr>
              <a:t>Duración prevista: 2 semanas</a:t>
            </a:r>
            <a:endParaRPr sz="1800">
              <a:solidFill>
                <a:schemeClr val="dk1"/>
              </a:solidFill>
              <a:latin typeface="Calibri"/>
              <a:ea typeface="Calibri"/>
              <a:cs typeface="Calibri"/>
              <a:sym typeface="Calibri"/>
            </a:endParaRPr>
          </a:p>
          <a:p>
            <a:pPr indent="0" lvl="0" marL="0" rtl="0" algn="ctr">
              <a:spcBef>
                <a:spcPts val="1200"/>
              </a:spcBef>
              <a:spcAft>
                <a:spcPts val="0"/>
              </a:spcAft>
              <a:buClr>
                <a:schemeClr val="dk1"/>
              </a:buClr>
              <a:buSzPts val="1800"/>
              <a:buFont typeface="Arial"/>
              <a:buNone/>
            </a:pPr>
            <a:r>
              <a:rPr lang="es-CL" sz="1800">
                <a:solidFill>
                  <a:schemeClr val="dk1"/>
                </a:solidFill>
                <a:latin typeface="Calibri"/>
                <a:ea typeface="Calibri"/>
                <a:cs typeface="Calibri"/>
                <a:sym typeface="Calibri"/>
              </a:rPr>
              <a:t>Duración real: 2 semanas</a:t>
            </a:r>
            <a:endParaRPr sz="1800">
              <a:solidFill>
                <a:schemeClr val="dk1"/>
              </a:solidFill>
              <a:latin typeface="Calibri"/>
              <a:ea typeface="Calibri"/>
              <a:cs typeface="Calibri"/>
              <a:sym typeface="Calibri"/>
            </a:endParaRPr>
          </a:p>
        </p:txBody>
      </p:sp>
      <p:pic>
        <p:nvPicPr>
          <p:cNvPr id="300" name="Google Shape;300;g3913f42ff7e_1_13"/>
          <p:cNvPicPr preferRelativeResize="0"/>
          <p:nvPr/>
        </p:nvPicPr>
        <p:blipFill>
          <a:blip r:embed="rId3">
            <a:alphaModFix/>
          </a:blip>
          <a:stretch>
            <a:fillRect/>
          </a:stretch>
        </p:blipFill>
        <p:spPr>
          <a:xfrm>
            <a:off x="4028050" y="2702511"/>
            <a:ext cx="12048000" cy="4940700"/>
          </a:xfrm>
          <a:prstGeom prst="roundRect">
            <a:avLst>
              <a:gd fmla="val 16667" name="adj"/>
            </a:avLst>
          </a:prstGeom>
          <a:solidFill>
            <a:srgbClr val="FFFFFF"/>
          </a:solidFill>
          <a:ln cap="flat" cmpd="sng" w="12700">
            <a:solidFill>
              <a:srgbClr val="FFC000"/>
            </a:solidFill>
            <a:prstDash val="solid"/>
            <a:miter lim="8000"/>
            <a:headEnd len="sm" w="sm" type="none"/>
            <a:tailEnd len="sm" w="sm" type="none"/>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g317320215e8_1_117"/>
          <p:cNvSpPr txBox="1"/>
          <p:nvPr>
            <p:ph idx="1" type="body"/>
          </p:nvPr>
        </p:nvSpPr>
        <p:spPr>
          <a:xfrm>
            <a:off x="381265" y="850186"/>
            <a:ext cx="4343400" cy="11082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1400"/>
              <a:buNone/>
            </a:pPr>
            <a:r>
              <a:rPr lang="es-CL" sz="3600"/>
              <a:t>Etapas principales de implementación</a:t>
            </a:r>
            <a:endParaRPr sz="3600"/>
          </a:p>
        </p:txBody>
      </p:sp>
      <p:sp>
        <p:nvSpPr>
          <p:cNvPr id="307" name="Google Shape;307;g317320215e8_1_117"/>
          <p:cNvSpPr/>
          <p:nvPr/>
        </p:nvSpPr>
        <p:spPr>
          <a:xfrm>
            <a:off x="553775" y="2596775"/>
            <a:ext cx="3196200" cy="6578100"/>
          </a:xfrm>
          <a:prstGeom prst="roundRect">
            <a:avLst>
              <a:gd fmla="val 16667" name="adj"/>
            </a:avLst>
          </a:prstGeom>
          <a:solidFill>
            <a:srgbClr val="FFFFFF"/>
          </a:solidFill>
          <a:ln cap="flat" cmpd="sng" w="12700">
            <a:solidFill>
              <a:srgbClr val="4472C4"/>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15000"/>
              </a:lnSpc>
              <a:spcBef>
                <a:spcPts val="1200"/>
              </a:spcBef>
              <a:spcAft>
                <a:spcPts val="0"/>
              </a:spcAft>
              <a:buClr>
                <a:schemeClr val="dk1"/>
              </a:buClr>
              <a:buSzPts val="1100"/>
              <a:buFont typeface="Arial"/>
              <a:buNone/>
            </a:pPr>
            <a:r>
              <a:t/>
            </a:r>
            <a:endParaRPr sz="1000">
              <a:latin typeface="Calibri"/>
              <a:ea typeface="Calibri"/>
              <a:cs typeface="Calibri"/>
              <a:sym typeface="Calibri"/>
            </a:endParaRPr>
          </a:p>
          <a:p>
            <a:pPr indent="0" lvl="0" marL="0" marR="0" rtl="0" algn="ctr">
              <a:lnSpc>
                <a:spcPct val="115000"/>
              </a:lnSpc>
              <a:spcBef>
                <a:spcPts val="1200"/>
              </a:spcBef>
              <a:spcAft>
                <a:spcPts val="0"/>
              </a:spcAft>
              <a:buClr>
                <a:schemeClr val="dk1"/>
              </a:buClr>
              <a:buSzPts val="1100"/>
              <a:buFont typeface="Arial"/>
              <a:buNone/>
            </a:pPr>
            <a:r>
              <a:rPr lang="es-CL" sz="3000">
                <a:latin typeface="Calibri"/>
                <a:ea typeface="Calibri"/>
                <a:cs typeface="Calibri"/>
                <a:sym typeface="Calibri"/>
              </a:rPr>
              <a:t>Inicio</a:t>
            </a:r>
            <a:endParaRPr sz="3000">
              <a:latin typeface="Calibri"/>
              <a:ea typeface="Calibri"/>
              <a:cs typeface="Calibri"/>
              <a:sym typeface="Calibri"/>
            </a:endParaRPr>
          </a:p>
          <a:p>
            <a:pPr indent="0" lvl="0" marL="0" marR="0" rtl="0" algn="l">
              <a:lnSpc>
                <a:spcPct val="115000"/>
              </a:lnSpc>
              <a:spcBef>
                <a:spcPts val="1200"/>
              </a:spcBef>
              <a:spcAft>
                <a:spcPts val="0"/>
              </a:spcAft>
              <a:buClr>
                <a:schemeClr val="dk1"/>
              </a:buClr>
              <a:buSzPts val="1100"/>
              <a:buFont typeface="Arial"/>
              <a:buNone/>
            </a:pPr>
            <a:r>
              <a:t/>
            </a:r>
            <a:endParaRPr sz="2000">
              <a:latin typeface="Calibri"/>
              <a:ea typeface="Calibri"/>
              <a:cs typeface="Calibri"/>
              <a:sym typeface="Calibri"/>
            </a:endParaRPr>
          </a:p>
          <a:p>
            <a:pPr indent="-355600" lvl="0" marL="457200" marR="0" rtl="0" algn="l">
              <a:lnSpc>
                <a:spcPct val="115000"/>
              </a:lnSpc>
              <a:spcBef>
                <a:spcPts val="1200"/>
              </a:spcBef>
              <a:spcAft>
                <a:spcPts val="0"/>
              </a:spcAft>
              <a:buSzPts val="2000"/>
              <a:buFont typeface="Calibri"/>
              <a:buChar char="●"/>
            </a:pPr>
            <a:r>
              <a:rPr lang="es-CL" sz="2000">
                <a:latin typeface="Calibri"/>
                <a:ea typeface="Calibri"/>
                <a:cs typeface="Calibri"/>
                <a:sym typeface="Calibri"/>
              </a:rPr>
              <a:t>Definición de visión del proyecto, objetivos y entregables.</a:t>
            </a:r>
            <a:endParaRPr sz="2000">
              <a:latin typeface="Calibri"/>
              <a:ea typeface="Calibri"/>
              <a:cs typeface="Calibri"/>
              <a:sym typeface="Calibri"/>
            </a:endParaRPr>
          </a:p>
          <a:p>
            <a:pPr indent="0" lvl="0" marL="457200" marR="0" rtl="0" algn="l">
              <a:lnSpc>
                <a:spcPct val="115000"/>
              </a:lnSpc>
              <a:spcBef>
                <a:spcPts val="1200"/>
              </a:spcBef>
              <a:spcAft>
                <a:spcPts val="0"/>
              </a:spcAft>
              <a:buNone/>
            </a:pPr>
            <a:r>
              <a:t/>
            </a:r>
            <a:endParaRPr sz="2000">
              <a:latin typeface="Calibri"/>
              <a:ea typeface="Calibri"/>
              <a:cs typeface="Calibri"/>
              <a:sym typeface="Calibri"/>
            </a:endParaRPr>
          </a:p>
          <a:p>
            <a:pPr indent="-355600" lvl="0" marL="457200" marR="0" rtl="0" algn="l">
              <a:lnSpc>
                <a:spcPct val="115000"/>
              </a:lnSpc>
              <a:spcBef>
                <a:spcPts val="1200"/>
              </a:spcBef>
              <a:spcAft>
                <a:spcPts val="0"/>
              </a:spcAft>
              <a:buSzPts val="2000"/>
              <a:buFont typeface="Calibri"/>
              <a:buChar char="●"/>
            </a:pPr>
            <a:r>
              <a:rPr lang="es-CL" sz="2000">
                <a:latin typeface="Calibri"/>
                <a:ea typeface="Calibri"/>
                <a:cs typeface="Calibri"/>
                <a:sym typeface="Calibri"/>
              </a:rPr>
              <a:t>Identificar a los miembros del equipo y asignar roles.</a:t>
            </a:r>
            <a:endParaRPr sz="2000">
              <a:latin typeface="Calibri"/>
              <a:ea typeface="Calibri"/>
              <a:cs typeface="Calibri"/>
              <a:sym typeface="Calibri"/>
            </a:endParaRPr>
          </a:p>
          <a:p>
            <a:pPr indent="0" lvl="0" marL="457200" marR="0" rtl="0" algn="l">
              <a:lnSpc>
                <a:spcPct val="115000"/>
              </a:lnSpc>
              <a:spcBef>
                <a:spcPts val="1200"/>
              </a:spcBef>
              <a:spcAft>
                <a:spcPts val="0"/>
              </a:spcAft>
              <a:buNone/>
            </a:pPr>
            <a:r>
              <a:t/>
            </a:r>
            <a:endParaRPr sz="2000">
              <a:latin typeface="Calibri"/>
              <a:ea typeface="Calibri"/>
              <a:cs typeface="Calibri"/>
              <a:sym typeface="Calibri"/>
            </a:endParaRPr>
          </a:p>
          <a:p>
            <a:pPr indent="-355600" lvl="0" marL="457200" marR="0" rtl="0" algn="l">
              <a:lnSpc>
                <a:spcPct val="115000"/>
              </a:lnSpc>
              <a:spcBef>
                <a:spcPts val="1200"/>
              </a:spcBef>
              <a:spcAft>
                <a:spcPts val="0"/>
              </a:spcAft>
              <a:buSzPts val="2000"/>
              <a:buFont typeface="Calibri"/>
              <a:buChar char="●"/>
            </a:pPr>
            <a:r>
              <a:rPr lang="es-CL" sz="2000">
                <a:latin typeface="Calibri"/>
                <a:ea typeface="Calibri"/>
                <a:cs typeface="Calibri"/>
                <a:sym typeface="Calibri"/>
              </a:rPr>
              <a:t>Creación y priorización del Product Backlog.</a:t>
            </a:r>
            <a:endParaRPr sz="2000">
              <a:latin typeface="Calibri"/>
              <a:ea typeface="Calibri"/>
              <a:cs typeface="Calibri"/>
              <a:sym typeface="Calibri"/>
            </a:endParaRPr>
          </a:p>
        </p:txBody>
      </p:sp>
      <p:sp>
        <p:nvSpPr>
          <p:cNvPr id="308" name="Google Shape;308;g317320215e8_1_117"/>
          <p:cNvSpPr/>
          <p:nvPr/>
        </p:nvSpPr>
        <p:spPr>
          <a:xfrm>
            <a:off x="3835375" y="2670875"/>
            <a:ext cx="3460200" cy="6578100"/>
          </a:xfrm>
          <a:prstGeom prst="roundRect">
            <a:avLst>
              <a:gd fmla="val 16667" name="adj"/>
            </a:avLst>
          </a:prstGeom>
          <a:solidFill>
            <a:srgbClr val="FFFFFF"/>
          </a:solidFill>
          <a:ln cap="flat" cmpd="sng" w="12700">
            <a:solidFill>
              <a:srgbClr val="4472C4"/>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15000"/>
              </a:lnSpc>
              <a:spcBef>
                <a:spcPts val="1200"/>
              </a:spcBef>
              <a:spcAft>
                <a:spcPts val="0"/>
              </a:spcAft>
              <a:buClr>
                <a:schemeClr val="dk1"/>
              </a:buClr>
              <a:buSzPts val="1100"/>
              <a:buFont typeface="Arial"/>
              <a:buNone/>
            </a:pPr>
            <a:r>
              <a:t/>
            </a:r>
            <a:endParaRPr sz="1000">
              <a:latin typeface="Calibri"/>
              <a:ea typeface="Calibri"/>
              <a:cs typeface="Calibri"/>
              <a:sym typeface="Calibri"/>
            </a:endParaRPr>
          </a:p>
          <a:p>
            <a:pPr indent="0" lvl="0" marL="0" marR="0" rtl="0" algn="ctr">
              <a:lnSpc>
                <a:spcPct val="115000"/>
              </a:lnSpc>
              <a:spcBef>
                <a:spcPts val="1200"/>
              </a:spcBef>
              <a:spcAft>
                <a:spcPts val="0"/>
              </a:spcAft>
              <a:buClr>
                <a:schemeClr val="dk1"/>
              </a:buClr>
              <a:buSzPts val="1100"/>
              <a:buFont typeface="Arial"/>
              <a:buNone/>
            </a:pPr>
            <a:r>
              <a:rPr lang="es-CL" sz="2950">
                <a:latin typeface="Calibri"/>
                <a:ea typeface="Calibri"/>
                <a:cs typeface="Calibri"/>
                <a:sym typeface="Calibri"/>
              </a:rPr>
              <a:t>Planificación y estimación</a:t>
            </a:r>
            <a:endParaRPr sz="2950">
              <a:latin typeface="Calibri"/>
              <a:ea typeface="Calibri"/>
              <a:cs typeface="Calibri"/>
              <a:sym typeface="Calibri"/>
            </a:endParaRPr>
          </a:p>
          <a:p>
            <a:pPr indent="0" lvl="0" marL="0" marR="0" rtl="0" algn="ctr">
              <a:lnSpc>
                <a:spcPct val="115000"/>
              </a:lnSpc>
              <a:spcBef>
                <a:spcPts val="1200"/>
              </a:spcBef>
              <a:spcAft>
                <a:spcPts val="0"/>
              </a:spcAft>
              <a:buClr>
                <a:schemeClr val="dk1"/>
              </a:buClr>
              <a:buSzPts val="1100"/>
              <a:buFont typeface="Arial"/>
              <a:buNone/>
            </a:pPr>
            <a:r>
              <a:t/>
            </a:r>
            <a:endParaRPr sz="2950">
              <a:latin typeface="Calibri"/>
              <a:ea typeface="Calibri"/>
              <a:cs typeface="Calibri"/>
              <a:sym typeface="Calibri"/>
            </a:endParaRPr>
          </a:p>
          <a:p>
            <a:pPr indent="-355600" lvl="0" marL="457200" marR="0" rtl="0" algn="l">
              <a:lnSpc>
                <a:spcPct val="115000"/>
              </a:lnSpc>
              <a:spcBef>
                <a:spcPts val="1200"/>
              </a:spcBef>
              <a:spcAft>
                <a:spcPts val="0"/>
              </a:spcAft>
              <a:buSzPts val="2000"/>
              <a:buFont typeface="Calibri"/>
              <a:buChar char="●"/>
            </a:pPr>
            <a:r>
              <a:rPr lang="es-CL" sz="2000">
                <a:latin typeface="Calibri"/>
                <a:ea typeface="Calibri"/>
                <a:cs typeface="Calibri"/>
                <a:sym typeface="Calibri"/>
              </a:rPr>
              <a:t>Selección de elementos según Sprint</a:t>
            </a:r>
            <a:endParaRPr sz="2000">
              <a:latin typeface="Calibri"/>
              <a:ea typeface="Calibri"/>
              <a:cs typeface="Calibri"/>
              <a:sym typeface="Calibri"/>
            </a:endParaRPr>
          </a:p>
          <a:p>
            <a:pPr indent="0" lvl="0" marL="457200" marR="0" rtl="0" algn="l">
              <a:lnSpc>
                <a:spcPct val="115000"/>
              </a:lnSpc>
              <a:spcBef>
                <a:spcPts val="1200"/>
              </a:spcBef>
              <a:spcAft>
                <a:spcPts val="0"/>
              </a:spcAft>
              <a:buNone/>
            </a:pPr>
            <a:r>
              <a:t/>
            </a:r>
            <a:endParaRPr sz="2000">
              <a:latin typeface="Calibri"/>
              <a:ea typeface="Calibri"/>
              <a:cs typeface="Calibri"/>
              <a:sym typeface="Calibri"/>
            </a:endParaRPr>
          </a:p>
          <a:p>
            <a:pPr indent="-355600" lvl="0" marL="457200" marR="0" rtl="0" algn="l">
              <a:lnSpc>
                <a:spcPct val="115000"/>
              </a:lnSpc>
              <a:spcBef>
                <a:spcPts val="1200"/>
              </a:spcBef>
              <a:spcAft>
                <a:spcPts val="0"/>
              </a:spcAft>
              <a:buSzPts val="2000"/>
              <a:buFont typeface="Calibri"/>
              <a:buChar char="●"/>
            </a:pPr>
            <a:r>
              <a:rPr lang="es-CL" sz="2000">
                <a:latin typeface="Calibri"/>
                <a:ea typeface="Calibri"/>
                <a:cs typeface="Calibri"/>
                <a:sym typeface="Calibri"/>
              </a:rPr>
              <a:t>Se define objetivo del Sprint y creación de tareas específicas que irán en el Sprint Backlog.</a:t>
            </a:r>
            <a:endParaRPr sz="2000">
              <a:latin typeface="Calibri"/>
              <a:ea typeface="Calibri"/>
              <a:cs typeface="Calibri"/>
              <a:sym typeface="Calibri"/>
            </a:endParaRPr>
          </a:p>
          <a:p>
            <a:pPr indent="0" lvl="0" marL="0" marR="0" rtl="0" algn="l">
              <a:lnSpc>
                <a:spcPct val="115000"/>
              </a:lnSpc>
              <a:spcBef>
                <a:spcPts val="1200"/>
              </a:spcBef>
              <a:spcAft>
                <a:spcPts val="0"/>
              </a:spcAft>
              <a:buNone/>
            </a:pPr>
            <a:r>
              <a:t/>
            </a:r>
            <a:endParaRPr sz="2000">
              <a:latin typeface="Calibri"/>
              <a:ea typeface="Calibri"/>
              <a:cs typeface="Calibri"/>
              <a:sym typeface="Calibri"/>
            </a:endParaRPr>
          </a:p>
          <a:p>
            <a:pPr indent="0" lvl="0" marL="457200" marR="0" rtl="0" algn="l">
              <a:lnSpc>
                <a:spcPct val="115000"/>
              </a:lnSpc>
              <a:spcBef>
                <a:spcPts val="1200"/>
              </a:spcBef>
              <a:spcAft>
                <a:spcPts val="1200"/>
              </a:spcAft>
              <a:buNone/>
            </a:pPr>
            <a:r>
              <a:t/>
            </a:r>
            <a:endParaRPr sz="2000">
              <a:latin typeface="Calibri"/>
              <a:ea typeface="Calibri"/>
              <a:cs typeface="Calibri"/>
              <a:sym typeface="Calibri"/>
            </a:endParaRPr>
          </a:p>
        </p:txBody>
      </p:sp>
      <p:sp>
        <p:nvSpPr>
          <p:cNvPr id="309" name="Google Shape;309;g317320215e8_1_117"/>
          <p:cNvSpPr/>
          <p:nvPr/>
        </p:nvSpPr>
        <p:spPr>
          <a:xfrm>
            <a:off x="11464775" y="2630075"/>
            <a:ext cx="3998400" cy="6659700"/>
          </a:xfrm>
          <a:prstGeom prst="roundRect">
            <a:avLst>
              <a:gd fmla="val 16667" name="adj"/>
            </a:avLst>
          </a:prstGeom>
          <a:solidFill>
            <a:srgbClr val="FFFFFF"/>
          </a:solidFill>
          <a:ln cap="flat" cmpd="sng" w="12700">
            <a:solidFill>
              <a:srgbClr val="4472C4"/>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15000"/>
              </a:lnSpc>
              <a:spcBef>
                <a:spcPts val="1200"/>
              </a:spcBef>
              <a:spcAft>
                <a:spcPts val="0"/>
              </a:spcAft>
              <a:buClr>
                <a:schemeClr val="dk1"/>
              </a:buClr>
              <a:buSzPts val="1100"/>
              <a:buFont typeface="Arial"/>
              <a:buNone/>
            </a:pPr>
            <a:r>
              <a:rPr lang="es-CL" sz="2950">
                <a:latin typeface="Calibri"/>
                <a:ea typeface="Calibri"/>
                <a:cs typeface="Calibri"/>
                <a:sym typeface="Calibri"/>
              </a:rPr>
              <a:t>Revisión y retrospectiva del Sprint</a:t>
            </a:r>
            <a:endParaRPr sz="2950">
              <a:latin typeface="Calibri"/>
              <a:ea typeface="Calibri"/>
              <a:cs typeface="Calibri"/>
              <a:sym typeface="Calibri"/>
            </a:endParaRPr>
          </a:p>
          <a:p>
            <a:pPr indent="-355600" lvl="0" marL="457200" marR="0" rtl="0" algn="l">
              <a:lnSpc>
                <a:spcPct val="115000"/>
              </a:lnSpc>
              <a:spcBef>
                <a:spcPts val="1200"/>
              </a:spcBef>
              <a:spcAft>
                <a:spcPts val="0"/>
              </a:spcAft>
              <a:buSzPts val="2000"/>
              <a:buFont typeface="Calibri"/>
              <a:buChar char="●"/>
            </a:pPr>
            <a:r>
              <a:rPr lang="es-CL" sz="2000">
                <a:latin typeface="Calibri"/>
                <a:ea typeface="Calibri"/>
                <a:cs typeface="Calibri"/>
                <a:sym typeface="Calibri"/>
              </a:rPr>
              <a:t>Se presenta el proyecto a las partes interesadas y se espera feedback.</a:t>
            </a:r>
            <a:endParaRPr sz="2000">
              <a:latin typeface="Calibri"/>
              <a:ea typeface="Calibri"/>
              <a:cs typeface="Calibri"/>
              <a:sym typeface="Calibri"/>
            </a:endParaRPr>
          </a:p>
          <a:p>
            <a:pPr indent="0" lvl="0" marL="457200" marR="0" rtl="0" algn="l">
              <a:lnSpc>
                <a:spcPct val="115000"/>
              </a:lnSpc>
              <a:spcBef>
                <a:spcPts val="1200"/>
              </a:spcBef>
              <a:spcAft>
                <a:spcPts val="0"/>
              </a:spcAft>
              <a:buNone/>
            </a:pPr>
            <a:r>
              <a:t/>
            </a:r>
            <a:endParaRPr sz="2000">
              <a:latin typeface="Calibri"/>
              <a:ea typeface="Calibri"/>
              <a:cs typeface="Calibri"/>
              <a:sym typeface="Calibri"/>
            </a:endParaRPr>
          </a:p>
          <a:p>
            <a:pPr indent="-355600" lvl="0" marL="457200" marR="0" rtl="0" algn="l">
              <a:lnSpc>
                <a:spcPct val="115000"/>
              </a:lnSpc>
              <a:spcBef>
                <a:spcPts val="1200"/>
              </a:spcBef>
              <a:spcAft>
                <a:spcPts val="0"/>
              </a:spcAft>
              <a:buSzPts val="2000"/>
              <a:buFont typeface="Calibri"/>
              <a:buChar char="●"/>
            </a:pPr>
            <a:r>
              <a:rPr lang="es-CL" sz="2000">
                <a:latin typeface="Calibri"/>
                <a:ea typeface="Calibri"/>
                <a:cs typeface="Calibri"/>
                <a:sym typeface="Calibri"/>
              </a:rPr>
              <a:t>Se realiza un análisis del proceso Sprint para identificar qué funcionó bien y qué se puede mejorar en el futuro.</a:t>
            </a:r>
            <a:endParaRPr sz="2000">
              <a:latin typeface="Calibri"/>
              <a:ea typeface="Calibri"/>
              <a:cs typeface="Calibri"/>
              <a:sym typeface="Calibri"/>
            </a:endParaRPr>
          </a:p>
        </p:txBody>
      </p:sp>
      <p:sp>
        <p:nvSpPr>
          <p:cNvPr id="310" name="Google Shape;310;g317320215e8_1_117"/>
          <p:cNvSpPr/>
          <p:nvPr/>
        </p:nvSpPr>
        <p:spPr>
          <a:xfrm>
            <a:off x="7380975" y="2630075"/>
            <a:ext cx="3998400" cy="6659700"/>
          </a:xfrm>
          <a:prstGeom prst="roundRect">
            <a:avLst>
              <a:gd fmla="val 16667" name="adj"/>
            </a:avLst>
          </a:prstGeom>
          <a:solidFill>
            <a:srgbClr val="FFFFFF"/>
          </a:solidFill>
          <a:ln cap="flat" cmpd="sng" w="12700">
            <a:solidFill>
              <a:srgbClr val="4472C4"/>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15000"/>
              </a:lnSpc>
              <a:spcBef>
                <a:spcPts val="1200"/>
              </a:spcBef>
              <a:spcAft>
                <a:spcPts val="0"/>
              </a:spcAft>
              <a:buClr>
                <a:schemeClr val="dk1"/>
              </a:buClr>
              <a:buSzPts val="1100"/>
              <a:buFont typeface="Arial"/>
              <a:buNone/>
            </a:pPr>
            <a:r>
              <a:t/>
            </a:r>
            <a:endParaRPr sz="1000">
              <a:latin typeface="Calibri"/>
              <a:ea typeface="Calibri"/>
              <a:cs typeface="Calibri"/>
              <a:sym typeface="Calibri"/>
            </a:endParaRPr>
          </a:p>
          <a:p>
            <a:pPr indent="0" lvl="0" marL="0" marR="0" rtl="0" algn="ctr">
              <a:lnSpc>
                <a:spcPct val="115000"/>
              </a:lnSpc>
              <a:spcBef>
                <a:spcPts val="1200"/>
              </a:spcBef>
              <a:spcAft>
                <a:spcPts val="0"/>
              </a:spcAft>
              <a:buClr>
                <a:schemeClr val="dk1"/>
              </a:buClr>
              <a:buSzPts val="1100"/>
              <a:buFont typeface="Arial"/>
              <a:buNone/>
            </a:pPr>
            <a:r>
              <a:rPr lang="es-CL" sz="3000">
                <a:latin typeface="Calibri"/>
                <a:ea typeface="Calibri"/>
                <a:cs typeface="Calibri"/>
                <a:sym typeface="Calibri"/>
              </a:rPr>
              <a:t>Implementación</a:t>
            </a:r>
            <a:endParaRPr sz="3000">
              <a:latin typeface="Calibri"/>
              <a:ea typeface="Calibri"/>
              <a:cs typeface="Calibri"/>
              <a:sym typeface="Calibri"/>
            </a:endParaRPr>
          </a:p>
          <a:p>
            <a:pPr indent="0" lvl="0" marL="0" marR="0" rtl="0" algn="ctr">
              <a:lnSpc>
                <a:spcPct val="115000"/>
              </a:lnSpc>
              <a:spcBef>
                <a:spcPts val="1200"/>
              </a:spcBef>
              <a:spcAft>
                <a:spcPts val="0"/>
              </a:spcAft>
              <a:buClr>
                <a:schemeClr val="dk1"/>
              </a:buClr>
              <a:buSzPts val="1100"/>
              <a:buFont typeface="Arial"/>
              <a:buNone/>
            </a:pPr>
            <a:r>
              <a:t/>
            </a:r>
            <a:endParaRPr sz="3000">
              <a:latin typeface="Calibri"/>
              <a:ea typeface="Calibri"/>
              <a:cs typeface="Calibri"/>
              <a:sym typeface="Calibri"/>
            </a:endParaRPr>
          </a:p>
          <a:p>
            <a:pPr indent="-355600" lvl="0" marL="457200" marR="0" rtl="0" algn="l">
              <a:lnSpc>
                <a:spcPct val="115000"/>
              </a:lnSpc>
              <a:spcBef>
                <a:spcPts val="1200"/>
              </a:spcBef>
              <a:spcAft>
                <a:spcPts val="0"/>
              </a:spcAft>
              <a:buSzPts val="2000"/>
              <a:buFont typeface="Calibri"/>
              <a:buChar char="●"/>
            </a:pPr>
            <a:r>
              <a:rPr lang="es-CL" sz="2000">
                <a:latin typeface="Calibri"/>
                <a:ea typeface="Calibri"/>
                <a:cs typeface="Calibri"/>
                <a:sym typeface="Calibri"/>
              </a:rPr>
              <a:t>Se empezó a trabajar en las tareas del Sprint Backlog.</a:t>
            </a:r>
            <a:endParaRPr sz="2000">
              <a:latin typeface="Calibri"/>
              <a:ea typeface="Calibri"/>
              <a:cs typeface="Calibri"/>
              <a:sym typeface="Calibri"/>
            </a:endParaRPr>
          </a:p>
          <a:p>
            <a:pPr indent="0" lvl="0" marL="457200" marR="0" rtl="0" algn="l">
              <a:lnSpc>
                <a:spcPct val="115000"/>
              </a:lnSpc>
              <a:spcBef>
                <a:spcPts val="1200"/>
              </a:spcBef>
              <a:spcAft>
                <a:spcPts val="0"/>
              </a:spcAft>
              <a:buNone/>
            </a:pPr>
            <a:r>
              <a:t/>
            </a:r>
            <a:endParaRPr sz="2000">
              <a:latin typeface="Calibri"/>
              <a:ea typeface="Calibri"/>
              <a:cs typeface="Calibri"/>
              <a:sym typeface="Calibri"/>
            </a:endParaRPr>
          </a:p>
          <a:p>
            <a:pPr indent="-355600" lvl="0" marL="457200" marR="0" rtl="0" algn="l">
              <a:lnSpc>
                <a:spcPct val="115000"/>
              </a:lnSpc>
              <a:spcBef>
                <a:spcPts val="1200"/>
              </a:spcBef>
              <a:spcAft>
                <a:spcPts val="0"/>
              </a:spcAft>
              <a:buSzPts val="2000"/>
              <a:buFont typeface="Calibri"/>
              <a:buChar char="●"/>
            </a:pPr>
            <a:r>
              <a:rPr lang="es-CL" sz="2000">
                <a:latin typeface="Calibri"/>
                <a:ea typeface="Calibri"/>
                <a:cs typeface="Calibri"/>
                <a:sym typeface="Calibri"/>
              </a:rPr>
              <a:t>Se realizan las reuniones diarias (Daily Scrum).</a:t>
            </a:r>
            <a:endParaRPr sz="2000">
              <a:latin typeface="Calibri"/>
              <a:ea typeface="Calibri"/>
              <a:cs typeface="Calibri"/>
              <a:sym typeface="Calibri"/>
            </a:endParaRPr>
          </a:p>
          <a:p>
            <a:pPr indent="0" lvl="0" marL="457200" marR="0" rtl="0" algn="l">
              <a:lnSpc>
                <a:spcPct val="115000"/>
              </a:lnSpc>
              <a:spcBef>
                <a:spcPts val="1200"/>
              </a:spcBef>
              <a:spcAft>
                <a:spcPts val="0"/>
              </a:spcAft>
              <a:buNone/>
            </a:pPr>
            <a:r>
              <a:t/>
            </a:r>
            <a:endParaRPr sz="2000">
              <a:latin typeface="Calibri"/>
              <a:ea typeface="Calibri"/>
              <a:cs typeface="Calibri"/>
              <a:sym typeface="Calibri"/>
            </a:endParaRPr>
          </a:p>
          <a:p>
            <a:pPr indent="-355600" lvl="0" marL="457200" marR="0" rtl="0" algn="l">
              <a:lnSpc>
                <a:spcPct val="115000"/>
              </a:lnSpc>
              <a:spcBef>
                <a:spcPts val="1200"/>
              </a:spcBef>
              <a:spcAft>
                <a:spcPts val="0"/>
              </a:spcAft>
              <a:buSzPts val="2000"/>
              <a:buFont typeface="Calibri"/>
              <a:buChar char="●"/>
            </a:pPr>
            <a:r>
              <a:rPr lang="es-CL" sz="2000">
                <a:latin typeface="Calibri"/>
                <a:ea typeface="Calibri"/>
                <a:cs typeface="Calibri"/>
                <a:sym typeface="Calibri"/>
              </a:rPr>
              <a:t>Se abordan </a:t>
            </a:r>
            <a:r>
              <a:rPr lang="es-CL" sz="2000">
                <a:latin typeface="Calibri"/>
                <a:ea typeface="Calibri"/>
                <a:cs typeface="Calibri"/>
                <a:sym typeface="Calibri"/>
              </a:rPr>
              <a:t>impedimentos</a:t>
            </a:r>
            <a:r>
              <a:rPr lang="es-CL" sz="2000">
                <a:latin typeface="Calibri"/>
                <a:ea typeface="Calibri"/>
                <a:cs typeface="Calibri"/>
                <a:sym typeface="Calibri"/>
              </a:rPr>
              <a:t> y revisa el progreso.</a:t>
            </a:r>
            <a:endParaRPr sz="2000">
              <a:latin typeface="Calibri"/>
              <a:ea typeface="Calibri"/>
              <a:cs typeface="Calibri"/>
              <a:sym typeface="Calibri"/>
            </a:endParaRPr>
          </a:p>
        </p:txBody>
      </p:sp>
      <p:sp>
        <p:nvSpPr>
          <p:cNvPr id="311" name="Google Shape;311;g317320215e8_1_117"/>
          <p:cNvSpPr/>
          <p:nvPr/>
        </p:nvSpPr>
        <p:spPr>
          <a:xfrm>
            <a:off x="15548575" y="2670875"/>
            <a:ext cx="3998400" cy="6659700"/>
          </a:xfrm>
          <a:prstGeom prst="roundRect">
            <a:avLst>
              <a:gd fmla="val 16667" name="adj"/>
            </a:avLst>
          </a:prstGeom>
          <a:solidFill>
            <a:srgbClr val="FFFFFF"/>
          </a:solidFill>
          <a:ln cap="flat" cmpd="sng" w="12700">
            <a:solidFill>
              <a:srgbClr val="4472C4"/>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15000"/>
              </a:lnSpc>
              <a:spcBef>
                <a:spcPts val="1200"/>
              </a:spcBef>
              <a:spcAft>
                <a:spcPts val="0"/>
              </a:spcAft>
              <a:buClr>
                <a:schemeClr val="dk1"/>
              </a:buClr>
              <a:buSzPts val="1100"/>
              <a:buFont typeface="Arial"/>
              <a:buNone/>
            </a:pPr>
            <a:r>
              <a:t/>
            </a:r>
            <a:endParaRPr sz="1000">
              <a:latin typeface="Calibri"/>
              <a:ea typeface="Calibri"/>
              <a:cs typeface="Calibri"/>
              <a:sym typeface="Calibri"/>
            </a:endParaRPr>
          </a:p>
          <a:p>
            <a:pPr indent="0" lvl="0" marL="0" marR="0" rtl="0" algn="ctr">
              <a:lnSpc>
                <a:spcPct val="115000"/>
              </a:lnSpc>
              <a:spcBef>
                <a:spcPts val="1200"/>
              </a:spcBef>
              <a:spcAft>
                <a:spcPts val="0"/>
              </a:spcAft>
              <a:buClr>
                <a:schemeClr val="dk1"/>
              </a:buClr>
              <a:buSzPts val="1100"/>
              <a:buFont typeface="Arial"/>
              <a:buNone/>
            </a:pPr>
            <a:r>
              <a:rPr lang="es-CL" sz="3000">
                <a:latin typeface="Calibri"/>
                <a:ea typeface="Calibri"/>
                <a:cs typeface="Calibri"/>
                <a:sym typeface="Calibri"/>
              </a:rPr>
              <a:t>Lanzamiento</a:t>
            </a:r>
            <a:endParaRPr sz="3000">
              <a:latin typeface="Calibri"/>
              <a:ea typeface="Calibri"/>
              <a:cs typeface="Calibri"/>
              <a:sym typeface="Calibri"/>
            </a:endParaRPr>
          </a:p>
          <a:p>
            <a:pPr indent="0" lvl="0" marL="0" marR="0" rtl="0" algn="l">
              <a:lnSpc>
                <a:spcPct val="115000"/>
              </a:lnSpc>
              <a:spcBef>
                <a:spcPts val="1200"/>
              </a:spcBef>
              <a:spcAft>
                <a:spcPts val="0"/>
              </a:spcAft>
              <a:buClr>
                <a:schemeClr val="dk1"/>
              </a:buClr>
              <a:buSzPts val="1100"/>
              <a:buFont typeface="Arial"/>
              <a:buNone/>
            </a:pPr>
            <a:r>
              <a:t/>
            </a:r>
            <a:endParaRPr sz="3000">
              <a:latin typeface="Calibri"/>
              <a:ea typeface="Calibri"/>
              <a:cs typeface="Calibri"/>
              <a:sym typeface="Calibri"/>
            </a:endParaRPr>
          </a:p>
          <a:p>
            <a:pPr indent="-355600" lvl="0" marL="457200" marR="0" rtl="0" algn="l">
              <a:lnSpc>
                <a:spcPct val="115000"/>
              </a:lnSpc>
              <a:spcBef>
                <a:spcPts val="1200"/>
              </a:spcBef>
              <a:spcAft>
                <a:spcPts val="0"/>
              </a:spcAft>
              <a:buSzPts val="2000"/>
              <a:buFont typeface="Calibri"/>
              <a:buChar char="●"/>
            </a:pPr>
            <a:r>
              <a:rPr lang="es-CL" sz="2000">
                <a:latin typeface="Calibri"/>
                <a:ea typeface="Calibri"/>
                <a:cs typeface="Calibri"/>
                <a:sym typeface="Calibri"/>
              </a:rPr>
              <a:t>Una vez el producto ha sido desarrollado y probado adecuadamente, se lanza a los usuarios finales.</a:t>
            </a:r>
            <a:endParaRPr sz="2000">
              <a:latin typeface="Calibri"/>
              <a:ea typeface="Calibri"/>
              <a:cs typeface="Calibri"/>
              <a:sym typeface="Calibri"/>
            </a:endParaRPr>
          </a:p>
          <a:p>
            <a:pPr indent="0" lvl="0" marL="0" marR="0" rtl="0" algn="l">
              <a:lnSpc>
                <a:spcPct val="115000"/>
              </a:lnSpc>
              <a:spcBef>
                <a:spcPts val="1200"/>
              </a:spcBef>
              <a:spcAft>
                <a:spcPts val="0"/>
              </a:spcAft>
              <a:buNone/>
            </a:pPr>
            <a:r>
              <a:t/>
            </a:r>
            <a:endParaRPr sz="2000">
              <a:latin typeface="Calibri"/>
              <a:ea typeface="Calibri"/>
              <a:cs typeface="Calibri"/>
              <a:sym typeface="Calibri"/>
            </a:endParaRPr>
          </a:p>
          <a:p>
            <a:pPr indent="0" lvl="0" marL="457200" marR="0" rtl="0" algn="l">
              <a:lnSpc>
                <a:spcPct val="115000"/>
              </a:lnSpc>
              <a:spcBef>
                <a:spcPts val="1200"/>
              </a:spcBef>
              <a:spcAft>
                <a:spcPts val="1200"/>
              </a:spcAft>
              <a:buNone/>
            </a:pPr>
            <a:r>
              <a:t/>
            </a:r>
            <a:endParaRPr sz="2000">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8"/>
          <p:cNvSpPr txBox="1"/>
          <p:nvPr>
            <p:ph idx="1" type="body"/>
          </p:nvPr>
        </p:nvSpPr>
        <p:spPr>
          <a:xfrm>
            <a:off x="1" y="831974"/>
            <a:ext cx="4882800" cy="11082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400"/>
              <a:buNone/>
            </a:pPr>
            <a:r>
              <a:rPr lang="es-CL" sz="3600"/>
              <a:t>Topología del proyecto</a:t>
            </a:r>
            <a:endParaRPr sz="3600"/>
          </a:p>
        </p:txBody>
      </p:sp>
      <p:pic>
        <p:nvPicPr>
          <p:cNvPr id="317" name="Google Shape;317;p8"/>
          <p:cNvPicPr preferRelativeResize="0"/>
          <p:nvPr/>
        </p:nvPicPr>
        <p:blipFill>
          <a:blip r:embed="rId3">
            <a:alphaModFix/>
          </a:blip>
          <a:stretch>
            <a:fillRect/>
          </a:stretch>
        </p:blipFill>
        <p:spPr>
          <a:xfrm>
            <a:off x="7528127" y="1468113"/>
            <a:ext cx="5047851" cy="837312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g317320215e8_1_110"/>
          <p:cNvSpPr txBox="1"/>
          <p:nvPr>
            <p:ph idx="1" type="body"/>
          </p:nvPr>
        </p:nvSpPr>
        <p:spPr>
          <a:xfrm>
            <a:off x="207525" y="827275"/>
            <a:ext cx="4845900" cy="1107996"/>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400"/>
              <a:buNone/>
            </a:pPr>
            <a:r>
              <a:rPr lang="es-CL" sz="3600"/>
              <a:t>Modelo de </a:t>
            </a:r>
            <a:endParaRPr/>
          </a:p>
          <a:p>
            <a:pPr indent="0" lvl="0" marL="0" rtl="0" algn="ctr">
              <a:lnSpc>
                <a:spcPct val="100000"/>
              </a:lnSpc>
              <a:spcBef>
                <a:spcPts val="0"/>
              </a:spcBef>
              <a:spcAft>
                <a:spcPts val="0"/>
              </a:spcAft>
              <a:buSzPts val="1400"/>
              <a:buNone/>
            </a:pPr>
            <a:r>
              <a:rPr lang="es-CL" sz="3600"/>
              <a:t>Datos</a:t>
            </a:r>
            <a:endParaRPr sz="3600"/>
          </a:p>
        </p:txBody>
      </p:sp>
      <p:pic>
        <p:nvPicPr>
          <p:cNvPr id="324" name="Google Shape;324;g317320215e8_1_110" title="Base de datos - IVTPC (1).png"/>
          <p:cNvPicPr preferRelativeResize="0"/>
          <p:nvPr/>
        </p:nvPicPr>
        <p:blipFill>
          <a:blip r:embed="rId3">
            <a:alphaModFix/>
          </a:blip>
          <a:stretch>
            <a:fillRect/>
          </a:stretch>
        </p:blipFill>
        <p:spPr>
          <a:xfrm>
            <a:off x="5646738" y="1935271"/>
            <a:ext cx="8810625" cy="88011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4"/>
          <p:cNvSpPr txBox="1"/>
          <p:nvPr>
            <p:ph idx="1" type="body"/>
          </p:nvPr>
        </p:nvSpPr>
        <p:spPr>
          <a:xfrm>
            <a:off x="1" y="831974"/>
            <a:ext cx="4882800" cy="1107996"/>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400"/>
              <a:buNone/>
            </a:pPr>
            <a:r>
              <a:rPr lang="es-CL" sz="3600"/>
              <a:t>Tecnologías del proyecto</a:t>
            </a:r>
            <a:endParaRPr sz="3600"/>
          </a:p>
        </p:txBody>
      </p:sp>
      <p:sp>
        <p:nvSpPr>
          <p:cNvPr id="330" name="Google Shape;330;p4"/>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pic>
        <p:nvPicPr>
          <p:cNvPr id="331" name="Google Shape;331;p4" title="Esquema tecnologías.png"/>
          <p:cNvPicPr preferRelativeResize="0"/>
          <p:nvPr/>
        </p:nvPicPr>
        <p:blipFill>
          <a:blip r:embed="rId3">
            <a:alphaModFix/>
          </a:blip>
          <a:stretch>
            <a:fillRect/>
          </a:stretch>
        </p:blipFill>
        <p:spPr>
          <a:xfrm>
            <a:off x="298450" y="2063745"/>
            <a:ext cx="19507200" cy="71818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g317320215e8_1_125"/>
          <p:cNvSpPr txBox="1"/>
          <p:nvPr>
            <p:ph idx="1" type="body"/>
          </p:nvPr>
        </p:nvSpPr>
        <p:spPr>
          <a:xfrm>
            <a:off x="324565" y="872886"/>
            <a:ext cx="4343400" cy="11082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1400"/>
              <a:buNone/>
            </a:pPr>
            <a:r>
              <a:rPr lang="es-CL" sz="3600"/>
              <a:t>Resultados de la solución</a:t>
            </a:r>
            <a:endParaRPr sz="3600"/>
          </a:p>
        </p:txBody>
      </p:sp>
      <p:sp>
        <p:nvSpPr>
          <p:cNvPr id="338" name="Google Shape;338;g317320215e8_1_125"/>
          <p:cNvSpPr txBox="1"/>
          <p:nvPr/>
        </p:nvSpPr>
        <p:spPr>
          <a:xfrm>
            <a:off x="4493950" y="4911725"/>
            <a:ext cx="11116200" cy="1485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7200"/>
              <a:buFont typeface="Arial"/>
              <a:buNone/>
            </a:pPr>
            <a:r>
              <a:rPr b="0" i="0" lang="es-CL" sz="7200" u="none" cap="none" strike="noStrike">
                <a:solidFill>
                  <a:srgbClr val="000000"/>
                </a:solidFill>
                <a:latin typeface="Arial"/>
                <a:ea typeface="Arial"/>
                <a:cs typeface="Arial"/>
                <a:sym typeface="Arial"/>
              </a:rPr>
              <a:t>Demostración</a:t>
            </a:r>
            <a:endParaRPr b="0" i="0" sz="7200" u="none" cap="none" strike="noStrike">
              <a:solidFill>
                <a:srgbClr val="000000"/>
              </a:solidFill>
              <a:latin typeface="Arial"/>
              <a:ea typeface="Arial"/>
              <a:cs typeface="Arial"/>
              <a:sym typeface="Arial"/>
            </a:endParaRPr>
          </a:p>
        </p:txBody>
      </p:sp>
      <p:cxnSp>
        <p:nvCxnSpPr>
          <p:cNvPr id="339" name="Google Shape;339;g317320215e8_1_125"/>
          <p:cNvCxnSpPr/>
          <p:nvPr/>
        </p:nvCxnSpPr>
        <p:spPr>
          <a:xfrm>
            <a:off x="4498350" y="6390450"/>
            <a:ext cx="11117100" cy="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5"/>
          <p:cNvSpPr txBox="1"/>
          <p:nvPr>
            <p:ph idx="1" type="body"/>
          </p:nvPr>
        </p:nvSpPr>
        <p:spPr>
          <a:xfrm>
            <a:off x="324565" y="872886"/>
            <a:ext cx="4343400" cy="11082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1400"/>
              <a:buNone/>
            </a:pPr>
            <a:r>
              <a:rPr lang="es-CL" sz="3600"/>
              <a:t>Resultados</a:t>
            </a:r>
            <a:endParaRPr sz="3600"/>
          </a:p>
        </p:txBody>
      </p:sp>
      <p:sp>
        <p:nvSpPr>
          <p:cNvPr id="346" name="Google Shape;346;p5"/>
          <p:cNvSpPr txBox="1"/>
          <p:nvPr/>
        </p:nvSpPr>
        <p:spPr>
          <a:xfrm>
            <a:off x="2758575" y="3335000"/>
            <a:ext cx="15417000" cy="5350800"/>
          </a:xfrm>
          <a:prstGeom prst="rect">
            <a:avLst/>
          </a:prstGeom>
          <a:noFill/>
          <a:ln>
            <a:noFill/>
          </a:ln>
        </p:spPr>
        <p:txBody>
          <a:bodyPr anchorCtr="0" anchor="ctr" bIns="91425" lIns="91425" spcFirstLastPara="1" rIns="91425" wrap="square" tIns="91425">
            <a:noAutofit/>
          </a:bodyPr>
          <a:lstStyle/>
          <a:p>
            <a:pPr indent="-857250" lvl="0" marL="857250" marR="0" rtl="0" algn="l">
              <a:lnSpc>
                <a:spcPct val="100000"/>
              </a:lnSpc>
              <a:spcBef>
                <a:spcPts val="0"/>
              </a:spcBef>
              <a:spcAft>
                <a:spcPts val="0"/>
              </a:spcAft>
              <a:buClr>
                <a:srgbClr val="000000"/>
              </a:buClr>
              <a:buSzPts val="7200"/>
              <a:buFont typeface="Arial"/>
              <a:buChar char="•"/>
            </a:pPr>
            <a:r>
              <a:rPr b="0" i="0" lang="es-CL" sz="7200" u="none" cap="none" strike="noStrike">
                <a:solidFill>
                  <a:srgbClr val="000000"/>
                </a:solidFill>
                <a:latin typeface="Arial"/>
                <a:ea typeface="Arial"/>
                <a:cs typeface="Arial"/>
                <a:sym typeface="Arial"/>
              </a:rPr>
              <a:t>Resultados obtenidos</a:t>
            </a:r>
            <a:endParaRPr/>
          </a:p>
          <a:p>
            <a:pPr indent="-857250" lvl="0" marL="857250" marR="0" rtl="0" algn="l">
              <a:lnSpc>
                <a:spcPct val="100000"/>
              </a:lnSpc>
              <a:spcBef>
                <a:spcPts val="0"/>
              </a:spcBef>
              <a:spcAft>
                <a:spcPts val="0"/>
              </a:spcAft>
              <a:buClr>
                <a:srgbClr val="000000"/>
              </a:buClr>
              <a:buSzPts val="7200"/>
              <a:buFont typeface="Arial"/>
              <a:buChar char="•"/>
            </a:pPr>
            <a:r>
              <a:rPr b="0" i="0" lang="es-CL" sz="7200" u="none" cap="none" strike="noStrike">
                <a:solidFill>
                  <a:srgbClr val="000000"/>
                </a:solidFill>
                <a:latin typeface="Arial"/>
                <a:ea typeface="Arial"/>
                <a:cs typeface="Arial"/>
                <a:sym typeface="Arial"/>
              </a:rPr>
              <a:t>Lecciones Aprendidas</a:t>
            </a:r>
            <a:endParaRPr/>
          </a:p>
          <a:p>
            <a:pPr indent="-857250" lvl="0" marL="857250" marR="0" rtl="0" algn="l">
              <a:lnSpc>
                <a:spcPct val="100000"/>
              </a:lnSpc>
              <a:spcBef>
                <a:spcPts val="0"/>
              </a:spcBef>
              <a:spcAft>
                <a:spcPts val="0"/>
              </a:spcAft>
              <a:buClr>
                <a:srgbClr val="000000"/>
              </a:buClr>
              <a:buSzPts val="7200"/>
              <a:buFont typeface="Arial"/>
              <a:buChar char="•"/>
            </a:pPr>
            <a:r>
              <a:rPr b="0" i="0" lang="es-CL" sz="7200" u="none" cap="none" strike="noStrike">
                <a:solidFill>
                  <a:srgbClr val="000000"/>
                </a:solidFill>
                <a:latin typeface="Arial"/>
                <a:ea typeface="Arial"/>
                <a:cs typeface="Arial"/>
                <a:sym typeface="Arial"/>
              </a:rPr>
              <a:t>Obstáculos presentados durante el desarrollo</a:t>
            </a:r>
            <a:endParaRPr/>
          </a:p>
          <a:p>
            <a:pPr indent="0" lvl="0" marL="0" marR="0" rtl="0" algn="ctr">
              <a:lnSpc>
                <a:spcPct val="100000"/>
              </a:lnSpc>
              <a:spcBef>
                <a:spcPts val="0"/>
              </a:spcBef>
              <a:spcAft>
                <a:spcPts val="0"/>
              </a:spcAft>
              <a:buClr>
                <a:srgbClr val="000000"/>
              </a:buClr>
              <a:buSzPts val="7200"/>
              <a:buFont typeface="Arial"/>
              <a:buNone/>
            </a:pPr>
            <a:r>
              <a:t/>
            </a:r>
            <a:endParaRPr b="0" i="0" sz="7200" u="none" cap="none" strike="noStrik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g317320215e8_1_133"/>
          <p:cNvSpPr txBox="1"/>
          <p:nvPr>
            <p:ph idx="1" type="body"/>
          </p:nvPr>
        </p:nvSpPr>
        <p:spPr>
          <a:xfrm>
            <a:off x="437965" y="1167686"/>
            <a:ext cx="4343400" cy="5541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400"/>
              <a:buNone/>
            </a:pPr>
            <a:r>
              <a:rPr lang="es-CL" sz="3600"/>
              <a:t>Conclusión</a:t>
            </a:r>
            <a:endParaRPr sz="3600"/>
          </a:p>
        </p:txBody>
      </p:sp>
      <p:sp>
        <p:nvSpPr>
          <p:cNvPr id="353" name="Google Shape;353;g317320215e8_1_133"/>
          <p:cNvSpPr/>
          <p:nvPr/>
        </p:nvSpPr>
        <p:spPr>
          <a:xfrm>
            <a:off x="4236250" y="3168875"/>
            <a:ext cx="11631600" cy="4971600"/>
          </a:xfrm>
          <a:prstGeom prst="roundRect">
            <a:avLst>
              <a:gd fmla="val 16667" name="adj"/>
            </a:avLst>
          </a:prstGeom>
          <a:solidFill>
            <a:srgbClr val="FFFFFF"/>
          </a:solidFill>
          <a:ln cap="flat" cmpd="sng" w="12700">
            <a:solidFill>
              <a:srgbClr val="4472C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15000"/>
              </a:lnSpc>
              <a:spcBef>
                <a:spcPts val="1200"/>
              </a:spcBef>
              <a:spcAft>
                <a:spcPts val="1200"/>
              </a:spcAft>
              <a:buClr>
                <a:schemeClr val="dk1"/>
              </a:buClr>
              <a:buSzPts val="1100"/>
              <a:buFont typeface="Arial"/>
              <a:buNone/>
            </a:pPr>
            <a:r>
              <a:rPr lang="es-CL" sz="3000">
                <a:latin typeface="Calibri"/>
                <a:ea typeface="Calibri"/>
                <a:cs typeface="Calibri"/>
                <a:sym typeface="Calibri"/>
              </a:rPr>
              <a:t>Con todo lo mencionado anteriormente esperamos que haya podido quedar claro lo que buscamos crear como equipo, estamos seguros de que con esta solución podremos arreglar la problemática que actualmente tiene la compañía y poder mejorar su desempeño.</a:t>
            </a:r>
            <a:endParaRPr b="0" i="0" sz="3000" u="none" cap="none" strike="noStrike">
              <a:solidFill>
                <a:srgbClr val="000000"/>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pic>
        <p:nvPicPr>
          <p:cNvPr id="358" name="Google Shape;358;p11"/>
          <p:cNvPicPr preferRelativeResize="0"/>
          <p:nvPr/>
        </p:nvPicPr>
        <p:blipFill rotWithShape="1">
          <a:blip r:embed="rId3">
            <a:alphaModFix/>
          </a:blip>
          <a:srcRect b="0" l="0" r="0" t="0"/>
          <a:stretch/>
        </p:blipFill>
        <p:spPr>
          <a:xfrm>
            <a:off x="-1" y="7168525"/>
            <a:ext cx="20104101" cy="1421275"/>
          </a:xfrm>
          <a:prstGeom prst="rect">
            <a:avLst/>
          </a:prstGeom>
          <a:noFill/>
          <a:ln>
            <a:noFill/>
          </a:ln>
        </p:spPr>
      </p:pic>
      <p:pic>
        <p:nvPicPr>
          <p:cNvPr id="359" name="Google Shape;359;p11"/>
          <p:cNvPicPr preferRelativeResize="0"/>
          <p:nvPr/>
        </p:nvPicPr>
        <p:blipFill rotWithShape="1">
          <a:blip r:embed="rId4">
            <a:alphaModFix/>
          </a:blip>
          <a:srcRect b="-3970" l="0" r="0" t="3970"/>
          <a:stretch/>
        </p:blipFill>
        <p:spPr>
          <a:xfrm>
            <a:off x="174800" y="-1538675"/>
            <a:ext cx="4824150" cy="4824150"/>
          </a:xfrm>
          <a:prstGeom prst="rect">
            <a:avLst/>
          </a:prstGeom>
          <a:noFill/>
          <a:ln>
            <a:noFill/>
          </a:ln>
        </p:spPr>
      </p:pic>
      <p:sp>
        <p:nvSpPr>
          <p:cNvPr id="360" name="Google Shape;360;p11"/>
          <p:cNvSpPr txBox="1"/>
          <p:nvPr>
            <p:ph idx="1" type="body"/>
          </p:nvPr>
        </p:nvSpPr>
        <p:spPr>
          <a:xfrm>
            <a:off x="2526550" y="7417450"/>
            <a:ext cx="15051000" cy="9234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400"/>
              <a:buNone/>
            </a:pPr>
            <a:r>
              <a:rPr lang="es-CL" sz="6000">
                <a:solidFill>
                  <a:schemeClr val="lt1"/>
                </a:solidFill>
              </a:rPr>
              <a:t>¡MUCHAS GRACIAS POR SU ATENCION!</a:t>
            </a:r>
            <a:endParaRPr sz="6000">
              <a:solidFill>
                <a:schemeClr val="lt1"/>
              </a:solidFill>
            </a:endParaRPr>
          </a:p>
        </p:txBody>
      </p:sp>
      <p:sp>
        <p:nvSpPr>
          <p:cNvPr id="361" name="Google Shape;361;p11"/>
          <p:cNvSpPr txBox="1"/>
          <p:nvPr>
            <p:ph idx="1" type="body"/>
          </p:nvPr>
        </p:nvSpPr>
        <p:spPr>
          <a:xfrm>
            <a:off x="2576600" y="7417438"/>
            <a:ext cx="15051000" cy="9234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400"/>
              <a:buNone/>
            </a:pPr>
            <a:r>
              <a:rPr lang="es-CL" sz="6000"/>
              <a:t>¡MUCHAS GRACIAS POR SU ATENCION!</a:t>
            </a:r>
            <a:endParaRPr sz="6000"/>
          </a:p>
        </p:txBody>
      </p:sp>
    </p:spTree>
  </p:cSld>
  <p:clrMapOvr>
    <a:masterClrMapping/>
  </p:clrMapOvr>
</p:sld>
</file>

<file path=ppt/theme/theme1.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2021-04-02T01:36:00Z</dcterms:created>
  <dc:creator>Gabriel Mendez F.</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2021-03-30T00:00:00Z</vt:filetime>
  </property>
  <property fmtid="{D5CDD505-2E9C-101B-9397-08002B2CF9AE}" pid="3" name="Creator">
    <vt:lpwstr>Adobe Illustrator 25.2 (Macintosh)</vt:lpwstr>
  </property>
  <property fmtid="{D5CDD505-2E9C-101B-9397-08002B2CF9AE}" pid="4" name="LastSaved">
    <vt:filetime>2021-04-02T00:00:00Z</vt:filetime>
  </property>
</Properties>
</file>